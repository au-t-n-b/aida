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1.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12.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1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16.xml" ContentType="application/vnd.openxmlformats-officedocument.theme+xml"/>
  <Override PartName="/ppt/slideLayouts/slideLayout62.xml" ContentType="application/vnd.openxmlformats-officedocument.presentationml.slideLayout+xml"/>
  <Override PartName="/ppt/theme/theme17.xml" ContentType="application/vnd.openxmlformats-officedocument.theme+xml"/>
  <Override PartName="/ppt/slideLayouts/slideLayout63.xml" ContentType="application/vnd.openxmlformats-officedocument.presentationml.slideLayout+xml"/>
  <Override PartName="/ppt/theme/theme18.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19.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0.xml" ContentType="application/vnd.openxmlformats-officedocument.theme+xml"/>
  <Override PartName="/ppt/slideLayouts/slideLayout69.xml" ContentType="application/vnd.openxmlformats-officedocument.presentationml.slideLayout+xml"/>
  <Override PartName="/ppt/theme/theme21.xml" ContentType="application/vnd.openxmlformats-officedocument.theme+xml"/>
  <Override PartName="/ppt/theme/theme2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91" r:id="rId2"/>
    <p:sldMasterId id="2147483672" r:id="rId3"/>
    <p:sldMasterId id="2147483706" r:id="rId4"/>
    <p:sldMasterId id="2147483717" r:id="rId5"/>
    <p:sldMasterId id="2147483728" r:id="rId6"/>
    <p:sldMasterId id="2147483731" r:id="rId7"/>
    <p:sldMasterId id="2147483739" r:id="rId8"/>
    <p:sldMasterId id="2147483752" r:id="rId9"/>
    <p:sldMasterId id="2147483782" r:id="rId10"/>
    <p:sldMasterId id="2147483786" r:id="rId11"/>
    <p:sldMasterId id="2147483795" r:id="rId12"/>
    <p:sldMasterId id="2147483799" r:id="rId13"/>
    <p:sldMasterId id="2147483810" r:id="rId14"/>
    <p:sldMasterId id="2147483814" r:id="rId15"/>
    <p:sldMasterId id="2147483835" r:id="rId16"/>
    <p:sldMasterId id="2147483842" r:id="rId17"/>
    <p:sldMasterId id="2147483845" r:id="rId18"/>
    <p:sldMasterId id="2147483848" r:id="rId19"/>
    <p:sldMasterId id="2147483852" r:id="rId20"/>
    <p:sldMasterId id="2147483855" r:id="rId21"/>
  </p:sldMasterIdLst>
  <p:notesMasterIdLst>
    <p:notesMasterId r:id="rId28"/>
  </p:notesMasterIdLst>
  <p:sldIdLst>
    <p:sldId id="268" r:id="rId22"/>
    <p:sldId id="2147477929" r:id="rId23"/>
    <p:sldId id="259" r:id="rId24"/>
    <p:sldId id="258" r:id="rId25"/>
    <p:sldId id="2147477930" r:id="rId26"/>
    <p:sldId id="2147477931" r:id="rId27"/>
  </p:sldIdLst>
  <p:sldSz cx="12195175" cy="6859588"/>
  <p:notesSz cx="6858000" cy="9144000"/>
  <p:defaultText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6">
          <p15:clr>
            <a:srgbClr val="A4A3A4"/>
          </p15:clr>
        </p15:guide>
        <p15:guide id="2" orient="horz" pos="104">
          <p15:clr>
            <a:srgbClr val="A4A3A4"/>
          </p15:clr>
        </p15:guide>
        <p15:guide id="3" orient="horz" pos="3976">
          <p15:clr>
            <a:srgbClr val="A4A3A4"/>
          </p15:clr>
        </p15:guide>
        <p15:guide id="4" orient="horz" pos="952">
          <p15:clr>
            <a:srgbClr val="A4A3A4"/>
          </p15:clr>
        </p15:guide>
        <p15:guide id="5" pos="367">
          <p15:clr>
            <a:srgbClr val="A4A3A4"/>
          </p15:clr>
        </p15:guide>
        <p15:guide id="6" pos="7335">
          <p15:clr>
            <a:srgbClr val="A4A3A4"/>
          </p15:clr>
        </p15:guide>
        <p15:guide id="7" pos="258">
          <p15:clr>
            <a:srgbClr val="A4A3A4"/>
          </p15:clr>
        </p15:guide>
        <p15:guide id="8" pos="742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nchang (WH, IT)" initials="T(I" lastIdx="12" clrIdx="0">
    <p:extLst>
      <p:ext uri="{19B8F6BF-5375-455C-9EA6-DF929625EA0E}">
        <p15:presenceInfo xmlns:p15="http://schemas.microsoft.com/office/powerpoint/2012/main" userId="S-1-5-21-147214757-305610072-1517763936-5079936" providerId="AD"/>
      </p:ext>
    </p:extLst>
  </p:cmAuthor>
  <p:cmAuthor id="2" name="zhangange" initials="z" lastIdx="29" clrIdx="1">
    <p:extLst>
      <p:ext uri="{19B8F6BF-5375-455C-9EA6-DF929625EA0E}">
        <p15:presenceInfo xmlns:p15="http://schemas.microsoft.com/office/powerpoint/2012/main" userId="S-1-5-21-147214757-305610072-1517763936-58602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5353"/>
    <a:srgbClr val="BFBFBF"/>
    <a:srgbClr val="C00000"/>
    <a:srgbClr val="595959"/>
    <a:srgbClr val="575757"/>
    <a:srgbClr val="3E3E3E"/>
    <a:srgbClr val="A6A6A6"/>
    <a:srgbClr val="4E6C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64" autoAdjust="0"/>
    <p:restoredTop sz="83548" autoAdjust="0"/>
  </p:normalViewPr>
  <p:slideViewPr>
    <p:cSldViewPr snapToObjects="1">
      <p:cViewPr varScale="1">
        <p:scale>
          <a:sx n="84" d="100"/>
          <a:sy n="84" d="100"/>
        </p:scale>
        <p:origin x="30" y="423"/>
      </p:cViewPr>
      <p:guideLst>
        <p:guide orient="horz" pos="776"/>
        <p:guide orient="horz" pos="104"/>
        <p:guide orient="horz" pos="3976"/>
        <p:guide orient="horz" pos="952"/>
        <p:guide pos="367"/>
        <p:guide pos="7335"/>
        <p:guide pos="258"/>
        <p:guide pos="74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5.xml"/><Relationship Id="rId3" Type="http://schemas.openxmlformats.org/officeDocument/2006/relationships/slideMaster" Target="slideMasters/slideMaster3.xml"/><Relationship Id="rId21" Type="http://schemas.openxmlformats.org/officeDocument/2006/relationships/slideMaster" Target="slideMasters/slideMaster2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4.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3.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2.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presProps" Target="presProps.xml"/><Relationship Id="rId8" Type="http://schemas.openxmlformats.org/officeDocument/2006/relationships/slideMaster" Target="slideMasters/slideMaster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CF127E-750C-4D65-813B-0FE5D40859BE}" type="datetimeFigureOut">
              <a:rPr lang="en-US" smtClean="0"/>
              <a:t>5/30/2026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24933-9F06-4F55-8182-A0035D4A0814}" type="slidenum">
              <a:rPr lang="en-US" smtClean="0"/>
              <a:t>‹#›</a:t>
            </a:fld>
            <a:endParaRPr lang="en-US"/>
          </a:p>
        </p:txBody>
      </p:sp>
    </p:spTree>
    <p:extLst>
      <p:ext uri="{BB962C8B-B14F-4D97-AF65-F5344CB8AC3E}">
        <p14:creationId xmlns:p14="http://schemas.microsoft.com/office/powerpoint/2010/main" val="11517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78" rtl="0" eaLnBrk="1" fontAlgn="auto" latinLnBrk="0" hangingPunct="1">
              <a:lnSpc>
                <a:spcPct val="100000"/>
              </a:lnSpc>
              <a:spcBef>
                <a:spcPts val="0"/>
              </a:spcBef>
              <a:spcAft>
                <a:spcPts val="0"/>
              </a:spcAft>
              <a:buClrTx/>
              <a:buSzTx/>
              <a:buFontTx/>
              <a:buNone/>
              <a:tabLst/>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78"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8059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r>
              <a:rPr lang="en-US" altLang="zh-CN" dirty="0"/>
              <a:t>1</a:t>
            </a:r>
            <a:r>
              <a:rPr lang="zh-CN" altLang="en-US" dirty="0"/>
              <a:t>、存储</a:t>
            </a:r>
            <a:r>
              <a:rPr lang="en-US" altLang="zh-CN" dirty="0" err="1"/>
              <a:t>scaleout</a:t>
            </a:r>
            <a:r>
              <a:rPr lang="zh-CN" altLang="en-US" dirty="0"/>
              <a:t>交换机</a:t>
            </a:r>
            <a:r>
              <a:rPr lang="en-US" altLang="zh-CN" dirty="0"/>
              <a:t>8865-4C</a:t>
            </a:r>
            <a:r>
              <a:rPr lang="zh-CN" altLang="en-US" dirty="0"/>
              <a:t>：</a:t>
            </a:r>
            <a:br>
              <a:rPr lang="zh-CN" altLang="en-US" dirty="0"/>
            </a:br>
            <a:r>
              <a:rPr lang="zh-CN" altLang="en-US" dirty="0"/>
              <a:t>策略：存储提端口需求，数通出具体配置，数通供货</a:t>
            </a:r>
            <a:br>
              <a:rPr lang="zh-CN" altLang="en-US" dirty="0"/>
            </a:br>
            <a:r>
              <a:rPr lang="zh-CN" altLang="en-US" dirty="0"/>
              <a:t>存储每框</a:t>
            </a:r>
            <a:r>
              <a:rPr lang="en-US" altLang="zh-CN" dirty="0"/>
              <a:t>8</a:t>
            </a:r>
            <a:r>
              <a:rPr lang="zh-CN" altLang="en-US" dirty="0"/>
              <a:t>个</a:t>
            </a:r>
            <a:r>
              <a:rPr lang="en-US" altLang="zh-CN" dirty="0"/>
              <a:t>200G</a:t>
            </a:r>
            <a:r>
              <a:rPr lang="zh-CN" altLang="en-US" dirty="0"/>
              <a:t>端口，</a:t>
            </a:r>
            <a:r>
              <a:rPr lang="en-US" altLang="zh-CN" dirty="0"/>
              <a:t>4</a:t>
            </a:r>
            <a:r>
              <a:rPr lang="zh-CN" altLang="en-US" dirty="0"/>
              <a:t>框共</a:t>
            </a:r>
            <a:r>
              <a:rPr lang="en-US" altLang="zh-CN" b="1" dirty="0"/>
              <a:t>32</a:t>
            </a:r>
            <a:r>
              <a:rPr lang="zh-CN" altLang="en-US" b="1" dirty="0"/>
              <a:t>个</a:t>
            </a:r>
            <a:r>
              <a:rPr lang="en-US" altLang="zh-CN" b="1" dirty="0"/>
              <a:t>200G</a:t>
            </a:r>
            <a:r>
              <a:rPr lang="zh-CN" altLang="en-US" b="1" dirty="0"/>
              <a:t>端口</a:t>
            </a:r>
            <a:r>
              <a:rPr lang="zh-CN" altLang="en-US" dirty="0"/>
              <a:t>；</a:t>
            </a:r>
            <a:br>
              <a:rPr lang="zh-CN" altLang="en-US" dirty="0"/>
            </a:br>
            <a:r>
              <a:rPr lang="zh-CN" altLang="en-US" dirty="0"/>
              <a:t>交换机每台</a:t>
            </a:r>
            <a:r>
              <a:rPr lang="en-US" altLang="zh-CN" dirty="0"/>
              <a:t>8</a:t>
            </a:r>
            <a:r>
              <a:rPr lang="zh-CN" altLang="en-US" dirty="0"/>
              <a:t>个</a:t>
            </a:r>
            <a:r>
              <a:rPr lang="en-US" altLang="zh-CN" dirty="0"/>
              <a:t>400G</a:t>
            </a:r>
            <a:r>
              <a:rPr lang="zh-CN" altLang="en-US" dirty="0"/>
              <a:t>端口，</a:t>
            </a:r>
            <a:r>
              <a:rPr lang="en-US" altLang="zh-CN" dirty="0"/>
              <a:t>2</a:t>
            </a:r>
            <a:r>
              <a:rPr lang="zh-CN" altLang="en-US" dirty="0"/>
              <a:t>台共</a:t>
            </a:r>
            <a:r>
              <a:rPr lang="en-US" altLang="zh-CN" dirty="0"/>
              <a:t>16</a:t>
            </a:r>
            <a:r>
              <a:rPr lang="zh-CN" altLang="en-US" dirty="0"/>
              <a:t>个</a:t>
            </a:r>
            <a:r>
              <a:rPr lang="en-US" altLang="zh-CN" dirty="0"/>
              <a:t>400G</a:t>
            </a:r>
            <a:r>
              <a:rPr lang="zh-CN" altLang="en-US" dirty="0"/>
              <a:t>端口（一分二）</a:t>
            </a:r>
            <a:br>
              <a:rPr lang="zh-CN" altLang="en-US" dirty="0"/>
            </a:br>
            <a:br>
              <a:rPr lang="zh-CN" altLang="en-US" dirty="0"/>
            </a:br>
            <a:r>
              <a:rPr lang="en-US" altLang="zh-CN" dirty="0"/>
              <a:t>2</a:t>
            </a:r>
            <a:r>
              <a:rPr lang="zh-CN" altLang="en-US" dirty="0"/>
              <a:t>、数据面交换机端口数（高性能</a:t>
            </a:r>
            <a:r>
              <a:rPr lang="en-US" altLang="zh-CN" dirty="0"/>
              <a:t>+</a:t>
            </a:r>
            <a:r>
              <a:rPr lang="zh-CN" altLang="en-US" dirty="0"/>
              <a:t>普通性能）</a:t>
            </a:r>
            <a:br>
              <a:rPr lang="zh-CN" altLang="en-US" dirty="0"/>
            </a:br>
            <a:r>
              <a:rPr lang="en-US" altLang="zh-CN" dirty="0"/>
              <a:t>1</a:t>
            </a:r>
            <a:r>
              <a:rPr lang="zh-CN" altLang="en-US" dirty="0"/>
              <a:t>套超节点配套存储出</a:t>
            </a:r>
            <a:r>
              <a:rPr lang="en-US" altLang="zh-CN" b="1" dirty="0"/>
              <a:t>80</a:t>
            </a:r>
            <a:r>
              <a:rPr lang="zh-CN" altLang="en-US" b="1" dirty="0"/>
              <a:t>个</a:t>
            </a:r>
            <a:r>
              <a:rPr lang="en-US" altLang="zh-CN" b="1" dirty="0"/>
              <a:t>200G</a:t>
            </a:r>
            <a:r>
              <a:rPr lang="zh-CN" altLang="en-US" b="1" dirty="0"/>
              <a:t>口</a:t>
            </a:r>
            <a:r>
              <a:rPr lang="zh-CN" altLang="en-US" dirty="0"/>
              <a:t>，对应交换机</a:t>
            </a:r>
            <a:r>
              <a:rPr lang="en-US" altLang="zh-CN" dirty="0"/>
              <a:t>40</a:t>
            </a:r>
            <a:r>
              <a:rPr lang="zh-CN" altLang="en-US" dirty="0"/>
              <a:t>个</a:t>
            </a:r>
            <a:r>
              <a:rPr lang="en-US" altLang="zh-CN" dirty="0"/>
              <a:t>400G</a:t>
            </a:r>
            <a:r>
              <a:rPr lang="zh-CN" altLang="en-US" dirty="0"/>
              <a:t>口</a:t>
            </a:r>
            <a:br>
              <a:rPr lang="zh-CN" altLang="en-US" dirty="0"/>
            </a:br>
            <a:br>
              <a:rPr lang="zh-CN" altLang="en-US" dirty="0"/>
            </a:br>
            <a:r>
              <a:rPr lang="en-US" altLang="zh-CN" dirty="0"/>
              <a:t>3</a:t>
            </a:r>
            <a:r>
              <a:rPr lang="zh-CN" altLang="en-US" dirty="0"/>
              <a:t>、存储配置原则：</a:t>
            </a:r>
            <a:br>
              <a:rPr lang="zh-CN" altLang="en-US" dirty="0"/>
            </a:br>
            <a:r>
              <a:rPr lang="zh-CN" altLang="en-US" dirty="0"/>
              <a:t>算存比 计算：高性能：普通性能 </a:t>
            </a:r>
            <a:r>
              <a:rPr lang="en-US" altLang="zh-CN" dirty="0"/>
              <a:t>= 200:2:3</a:t>
            </a:r>
            <a:br>
              <a:rPr lang="en-US" altLang="zh-CN" dirty="0"/>
            </a:br>
            <a:r>
              <a:rPr lang="zh-CN" altLang="en-US" dirty="0"/>
              <a:t>高性能</a:t>
            </a:r>
            <a:r>
              <a:rPr lang="en-US" altLang="zh-CN" dirty="0"/>
              <a:t>A800</a:t>
            </a:r>
            <a:r>
              <a:rPr lang="zh-CN" altLang="en-US" dirty="0"/>
              <a:t>，普通性能</a:t>
            </a:r>
            <a:r>
              <a:rPr lang="en-US" altLang="zh-CN" dirty="0"/>
              <a:t>9928</a:t>
            </a:r>
            <a:br>
              <a:rPr lang="en-US" altLang="zh-CN" dirty="0"/>
            </a:br>
            <a:r>
              <a:rPr lang="zh-CN" altLang="en-US" dirty="0"/>
              <a:t>需要配置</a:t>
            </a:r>
            <a:r>
              <a:rPr lang="en-US" altLang="zh-CN" dirty="0"/>
              <a:t>DME</a:t>
            </a:r>
            <a:r>
              <a:rPr lang="zh-CN" altLang="en-US" dirty="0"/>
              <a:t>管理软件，软件和存储设备打包报价，服务器走集采下单</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268683-DB4C-48E9-931A-52D2E963ABB6}" type="slidenum">
              <a:rPr kumimoji="0" lang="zh-CN" altLang="en-US" sz="1200" b="0" i="0" u="none" strike="noStrike" kern="1200" cap="none" spc="0" normalizeH="0" baseline="0" noProof="0" smtClean="0">
                <a:ln>
                  <a:noFill/>
                </a:ln>
                <a:solidFill>
                  <a:prstClr val="black"/>
                </a:solidFill>
                <a:effectLst/>
                <a:uLnTx/>
                <a:uFillTx/>
                <a:latin typeface="Calibri"/>
                <a:ea typeface="宋体"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itchFamily="2" charset="-122"/>
              <a:cs typeface="+mn-cs"/>
            </a:endParaRPr>
          </a:p>
        </p:txBody>
      </p:sp>
    </p:spTree>
    <p:extLst>
      <p:ext uri="{BB962C8B-B14F-4D97-AF65-F5344CB8AC3E}">
        <p14:creationId xmlns:p14="http://schemas.microsoft.com/office/powerpoint/2010/main" val="1923620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212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217042" y="1231900"/>
            <a:ext cx="9702229" cy="639502"/>
          </a:xfrm>
        </p:spPr>
        <p:txBody>
          <a:bodyPr/>
          <a:lstStyle>
            <a:lvl1pPr>
              <a:defRPr/>
            </a:lvl1pPr>
          </a:lstStyle>
          <a:p>
            <a:r>
              <a:rPr lang="zh-CN" altLang="en-US" dirty="0"/>
              <a:t>目录</a:t>
            </a:r>
          </a:p>
        </p:txBody>
      </p:sp>
      <p:sp>
        <p:nvSpPr>
          <p:cNvPr id="3" name="内容占位符 2"/>
          <p:cNvSpPr>
            <a:spLocks noGrp="1"/>
          </p:cNvSpPr>
          <p:nvPr>
            <p:ph idx="1"/>
          </p:nvPr>
        </p:nvSpPr>
        <p:spPr>
          <a:xfrm>
            <a:off x="1417068" y="2083916"/>
            <a:ext cx="9361040" cy="3794150"/>
          </a:xfrm>
        </p:spPr>
        <p:txBody>
          <a:bodyPr/>
          <a:lstStyle>
            <a:lvl1pPr>
              <a:defRPr>
                <a:solidFill>
                  <a:schemeClr val="tx1"/>
                </a:solidFill>
              </a:defRPr>
            </a:lvl1pPr>
          </a:lstStyle>
          <a:p>
            <a:pPr lvl="0"/>
            <a:r>
              <a:rPr lang="zh-CN" altLang="en-US" dirty="0"/>
              <a:t>单击此处编辑母版文本样式</a:t>
            </a:r>
            <a:endParaRPr lang="en-US" altLang="zh-CN" dirty="0"/>
          </a:p>
          <a:p>
            <a:pPr lvl="0"/>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400" y="2130425"/>
            <a:ext cx="10366375" cy="1471613"/>
          </a:xfrm>
        </p:spPr>
        <p:txBody>
          <a:bodyPr>
            <a:normAutofit/>
          </a:bodyPr>
          <a:lstStyle>
            <a:lvl1pPr algn="ctr">
              <a:defRPr sz="4000">
                <a:latin typeface="微软雅黑" pitchFamily="34" charset="-122"/>
                <a:ea typeface="微软雅黑" pitchFamily="34" charset="-122"/>
              </a:defRPr>
            </a:lvl1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411788" cy="4527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88" y="1600200"/>
            <a:ext cx="5411787" cy="4527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11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486" y="1843516"/>
            <a:ext cx="10120742" cy="3014423"/>
          </a:xfrm>
          <a:prstGeom prst="rect">
            <a:avLst/>
          </a:prstGeom>
        </p:spPr>
        <p:txBody>
          <a:bodyPr tIns="90000" bIns="90000"/>
          <a:lstStyle>
            <a:lvl1pPr marL="412668" indent="-398384">
              <a:lnSpc>
                <a:spcPct val="70000"/>
              </a:lnSpc>
              <a:buFont typeface="+mj-lt"/>
              <a:buAutoNum type="arabicPeriod"/>
              <a:tabLst/>
              <a:defRPr sz="2199">
                <a:solidFill>
                  <a:schemeClr val="tx1"/>
                </a:solidFill>
                <a:latin typeface="Microsoft YaHei" panose="020B0503020204020204" pitchFamily="34" charset="-122"/>
                <a:ea typeface="Microsoft YaHei" panose="020B0503020204020204" pitchFamily="34" charset="-122"/>
              </a:defRPr>
            </a:lvl1pPr>
            <a:lvl2pPr marL="412668" indent="-398384">
              <a:buFont typeface="+mj-lt"/>
              <a:buAutoNum type="arabicPeriod"/>
              <a:tabLst/>
              <a:defRPr/>
            </a:lvl2pPr>
            <a:lvl3pPr marL="14284" indent="0">
              <a:buFont typeface="+mj-lt"/>
              <a:buNone/>
              <a:tabLst/>
              <a:defRPr sz="2199">
                <a:latin typeface="Microsoft YaHei" panose="020B0503020204020204" pitchFamily="34" charset="-122"/>
                <a:ea typeface="Microsoft YaHei" panose="020B0503020204020204" pitchFamily="34" charset="-122"/>
              </a:defRPr>
            </a:lvl3pPr>
            <a:lvl4pPr marL="14284" indent="0">
              <a:buFont typeface="+mj-lt"/>
              <a:buNone/>
              <a:tabLst/>
              <a:defRPr sz="2199">
                <a:latin typeface="Microsoft YaHei" panose="020B0503020204020204" pitchFamily="34" charset="-122"/>
                <a:ea typeface="Microsoft YaHei" panose="020B0503020204020204" pitchFamily="34" charset="-122"/>
              </a:defRPr>
            </a:lvl4pPr>
            <a:lvl5pPr marL="14284" indent="0">
              <a:buFont typeface="+mj-lt"/>
              <a:buNone/>
              <a:tabLst/>
              <a:defRPr sz="2199">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784" y="1349567"/>
            <a:ext cx="885852"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798" y="630521"/>
            <a:ext cx="1147336" cy="653660"/>
          </a:xfrm>
          <a:prstGeom prst="rect">
            <a:avLst/>
          </a:prstGeom>
          <a:noFill/>
        </p:spPr>
        <p:txBody>
          <a:bodyPr wrap="none" rtlCol="0">
            <a:spAutoFit/>
          </a:bodyPr>
          <a:lstStyle/>
          <a:p>
            <a:pPr defTabSz="914295"/>
            <a:r>
              <a:rPr kumimoji="1" lang="zh-CN" altLang="en-US" sz="3600" dirty="0">
                <a:solidFill>
                  <a:srgbClr val="1D1D1A"/>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1172785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两栏内容">
    <p:spTree>
      <p:nvGrpSpPr>
        <p:cNvPr id="1" name=""/>
        <p:cNvGrpSpPr/>
        <p:nvPr/>
      </p:nvGrpSpPr>
      <p:grpSpPr>
        <a:xfrm>
          <a:off x="0" y="0"/>
          <a:ext cx="0" cy="0"/>
          <a:chOff x="0" y="0"/>
          <a:chExt cx="0" cy="0"/>
        </a:xfrm>
      </p:grpSpPr>
      <p:sp>
        <p:nvSpPr>
          <p:cNvPr id="8" name="Titel 1"/>
          <p:cNvSpPr>
            <a:spLocks noGrp="1"/>
          </p:cNvSpPr>
          <p:nvPr>
            <p:ph type="title"/>
          </p:nvPr>
        </p:nvSpPr>
        <p:spPr>
          <a:xfrm>
            <a:off x="342928" y="266755"/>
            <a:ext cx="11507124" cy="533510"/>
          </a:xfrm>
          <a:prstGeom prst="rect">
            <a:avLst/>
          </a:prstGeom>
        </p:spPr>
        <p:txBody>
          <a:bodyPr/>
          <a:lstStyle>
            <a:lvl1pPr marL="0" indent="0">
              <a:defRPr/>
            </a:lvl1pPr>
          </a:lstStyle>
          <a:p>
            <a:r>
              <a:rPr lang="en-US" dirty="0"/>
              <a:t>Click to edit Master title style</a:t>
            </a:r>
          </a:p>
        </p:txBody>
      </p:sp>
    </p:spTree>
    <p:extLst>
      <p:ext uri="{BB962C8B-B14F-4D97-AF65-F5344CB8AC3E}">
        <p14:creationId xmlns:p14="http://schemas.microsoft.com/office/powerpoint/2010/main" val="2450280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500866" y="273318"/>
            <a:ext cx="11241681" cy="641294"/>
          </a:xfrm>
          <a:prstGeom prst="rect">
            <a:avLst/>
          </a:prstGeom>
        </p:spPr>
        <p:txBody>
          <a:bodyPr lIns="0" tIns="0" rIns="0" bIns="0" anchor="t">
            <a:normAutofit/>
          </a:bodyPr>
          <a:lstStyle>
            <a:lvl1pPr marL="0" indent="0" algn="l">
              <a:lnSpc>
                <a:spcPct val="100000"/>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500866" y="1185022"/>
            <a:ext cx="11241681" cy="5042294"/>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4127727667"/>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3"/>
            <a:ext cx="10739242" cy="491331"/>
          </a:xfrm>
          <a:prstGeom prst="rect">
            <a:avLst/>
          </a:prstGeom>
        </p:spPr>
        <p:txBody>
          <a:bodyPr lIns="0" tIns="0" rIns="0" bIns="0" anchor="t">
            <a:normAutofit/>
          </a:bodyPr>
          <a:lstStyle>
            <a:lvl1pPr marL="0" indent="0" algn="l">
              <a:lnSpc>
                <a:spcPts val="3429"/>
              </a:lnSpc>
              <a:spcBef>
                <a:spcPts val="0"/>
              </a:spcBef>
              <a:buNone/>
              <a:defRPr sz="3199" baseline="0">
                <a:solidFill>
                  <a:schemeClr val="tx1">
                    <a:lumMod val="65000"/>
                    <a:lumOff val="35000"/>
                  </a:schemeClr>
                </a:solidFill>
                <a:latin typeface="+mj-lt"/>
                <a:ea typeface="Microsoft YaHei" panose="020B0503020204020204" pitchFamily="34" charset="-122"/>
                <a:cs typeface="Arial" panose="020B0604020202020204" pitchFamily="34" charset="0"/>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en-US" dirty="0"/>
              <a:t>Click to edit Master title style</a:t>
            </a:r>
          </a:p>
        </p:txBody>
      </p:sp>
    </p:spTree>
    <p:extLst>
      <p:ext uri="{BB962C8B-B14F-4D97-AF65-F5344CB8AC3E}">
        <p14:creationId xmlns:p14="http://schemas.microsoft.com/office/powerpoint/2010/main" val="2888094688"/>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2"/>
            <a:ext cx="10369550" cy="4968875"/>
          </a:xfrm>
          <a:prstGeom prst="rect">
            <a:avLst/>
          </a:prstGeom>
        </p:spPr>
        <p:txBody>
          <a:bodyPr/>
          <a:lstStyle>
            <a:lvl1pPr>
              <a:defRPr sz="1998">
                <a:solidFill>
                  <a:schemeClr val="tx1"/>
                </a:solidFill>
              </a:defRPr>
            </a:lvl1pPr>
            <a:lvl2pPr marL="989923" indent="-380740">
              <a:buFont typeface="Arial" panose="020B0604020202020204" pitchFamily="34" charset="0"/>
              <a:buChar char="□"/>
              <a:defRPr sz="1798">
                <a:solidFill>
                  <a:schemeClr val="tx1"/>
                </a:solidFill>
              </a:defRPr>
            </a:lvl2pPr>
            <a:lvl3pPr marL="1522959" indent="-304591">
              <a:buFont typeface="Courier New" panose="02070309020205020404" pitchFamily="49" charset="0"/>
              <a:buChar char="o"/>
              <a:defRPr sz="1398">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3601846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en-US" dirty="0"/>
              <a:t>Click to edit Master title style</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25930" y="1502337"/>
            <a:ext cx="10732159" cy="4691545"/>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en-US" dirty="0"/>
              <a:t>Click to edit Master text style</a:t>
            </a:r>
          </a:p>
        </p:txBody>
      </p:sp>
    </p:spTree>
    <p:extLst>
      <p:ext uri="{BB962C8B-B14F-4D97-AF65-F5344CB8AC3E}">
        <p14:creationId xmlns:p14="http://schemas.microsoft.com/office/powerpoint/2010/main" val="3910294675"/>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0757" y="224493"/>
            <a:ext cx="12074418" cy="504173"/>
          </a:xfrm>
          <a:prstGeom prst="rect">
            <a:avLst/>
          </a:prstGeom>
        </p:spPr>
        <p:txBody>
          <a:bodyPr/>
          <a:lstStyle>
            <a:lvl1pPr>
              <a:defRPr lang="zh-CN" altLang="en-US" sz="2798" b="1" baseline="0" dirty="0">
                <a:solidFill>
                  <a:srgbClr val="C00000"/>
                </a:solidFill>
                <a:latin typeface="微软雅黑" pitchFamily="34" charset="-122"/>
                <a:ea typeface="微软雅黑" pitchFamily="34" charset="-122"/>
                <a:cs typeface="+mj-cs"/>
              </a:defRPr>
            </a:lvl1pPr>
          </a:lstStyle>
          <a:p>
            <a:r>
              <a:rPr lang="zh-CN" altLang="en-US" dirty="0"/>
              <a:t>单击此处编辑母版标题样式</a:t>
            </a:r>
          </a:p>
        </p:txBody>
      </p:sp>
      <p:sp>
        <p:nvSpPr>
          <p:cNvPr id="7" name="内容占位符 2"/>
          <p:cNvSpPr>
            <a:spLocks noGrp="1"/>
          </p:cNvSpPr>
          <p:nvPr>
            <p:ph idx="1"/>
          </p:nvPr>
        </p:nvSpPr>
        <p:spPr>
          <a:xfrm>
            <a:off x="128644"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
        <p:nvSpPr>
          <p:cNvPr id="8" name="内容占位符 2"/>
          <p:cNvSpPr>
            <a:spLocks noGrp="1"/>
          </p:cNvSpPr>
          <p:nvPr>
            <p:ph idx="10"/>
          </p:nvPr>
        </p:nvSpPr>
        <p:spPr>
          <a:xfrm>
            <a:off x="6137456"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1818651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486" y="1843516"/>
            <a:ext cx="10120742" cy="3014423"/>
          </a:xfrm>
          <a:prstGeom prst="rect">
            <a:avLst/>
          </a:prstGeom>
        </p:spPr>
        <p:txBody>
          <a:bodyPr tIns="90000" bIns="90000"/>
          <a:lstStyle>
            <a:lvl1pPr marL="412668" indent="-398384">
              <a:lnSpc>
                <a:spcPct val="70000"/>
              </a:lnSpc>
              <a:buFont typeface="+mj-lt"/>
              <a:buAutoNum type="arabicPeriod"/>
              <a:tabLst/>
              <a:defRPr sz="2199">
                <a:solidFill>
                  <a:schemeClr val="tx1"/>
                </a:solidFill>
                <a:latin typeface="Microsoft YaHei" panose="020B0503020204020204" pitchFamily="34" charset="-122"/>
                <a:ea typeface="Microsoft YaHei" panose="020B0503020204020204" pitchFamily="34" charset="-122"/>
              </a:defRPr>
            </a:lvl1pPr>
            <a:lvl2pPr marL="412668" indent="-398384">
              <a:buFont typeface="+mj-lt"/>
              <a:buAutoNum type="arabicPeriod"/>
              <a:tabLst/>
              <a:defRPr/>
            </a:lvl2pPr>
            <a:lvl3pPr marL="14284" indent="0">
              <a:buFont typeface="+mj-lt"/>
              <a:buNone/>
              <a:tabLst/>
              <a:defRPr sz="2199">
                <a:latin typeface="Microsoft YaHei" panose="020B0503020204020204" pitchFamily="34" charset="-122"/>
                <a:ea typeface="Microsoft YaHei" panose="020B0503020204020204" pitchFamily="34" charset="-122"/>
              </a:defRPr>
            </a:lvl3pPr>
            <a:lvl4pPr marL="14284" indent="0">
              <a:buFont typeface="+mj-lt"/>
              <a:buNone/>
              <a:tabLst/>
              <a:defRPr sz="2199">
                <a:latin typeface="Microsoft YaHei" panose="020B0503020204020204" pitchFamily="34" charset="-122"/>
                <a:ea typeface="Microsoft YaHei" panose="020B0503020204020204" pitchFamily="34" charset="-122"/>
              </a:defRPr>
            </a:lvl4pPr>
            <a:lvl5pPr marL="14284" indent="0">
              <a:buFont typeface="+mj-lt"/>
              <a:buNone/>
              <a:tabLst/>
              <a:defRPr sz="2199">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784" y="1349567"/>
            <a:ext cx="885852"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798" y="630521"/>
            <a:ext cx="1147336" cy="653660"/>
          </a:xfrm>
          <a:prstGeom prst="rect">
            <a:avLst/>
          </a:prstGeom>
          <a:noFill/>
        </p:spPr>
        <p:txBody>
          <a:bodyPr wrap="none" rtlCol="0">
            <a:spAutoFit/>
          </a:bodyPr>
          <a:lstStyle/>
          <a:p>
            <a:pPr defTabSz="914295"/>
            <a:r>
              <a:rPr kumimoji="1" lang="zh-CN" altLang="en-US" sz="3600" dirty="0">
                <a:solidFill>
                  <a:srgbClr val="1D1D1A"/>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3179795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两栏内容">
    <p:spTree>
      <p:nvGrpSpPr>
        <p:cNvPr id="1" name=""/>
        <p:cNvGrpSpPr/>
        <p:nvPr/>
      </p:nvGrpSpPr>
      <p:grpSpPr>
        <a:xfrm>
          <a:off x="0" y="0"/>
          <a:ext cx="0" cy="0"/>
          <a:chOff x="0" y="0"/>
          <a:chExt cx="0" cy="0"/>
        </a:xfrm>
      </p:grpSpPr>
      <p:sp>
        <p:nvSpPr>
          <p:cNvPr id="8" name="Titel 1"/>
          <p:cNvSpPr>
            <a:spLocks noGrp="1"/>
          </p:cNvSpPr>
          <p:nvPr>
            <p:ph type="title"/>
          </p:nvPr>
        </p:nvSpPr>
        <p:spPr>
          <a:xfrm>
            <a:off x="342928" y="266755"/>
            <a:ext cx="11507124" cy="533510"/>
          </a:xfrm>
          <a:prstGeom prst="rect">
            <a:avLst/>
          </a:prstGeom>
        </p:spPr>
        <p:txBody>
          <a:bodyPr/>
          <a:lstStyle>
            <a:lvl1pPr marL="0" indent="0">
              <a:defRPr/>
            </a:lvl1pPr>
          </a:lstStyle>
          <a:p>
            <a:r>
              <a:rPr lang="en-US" dirty="0"/>
              <a:t>Click to edit Master title style</a:t>
            </a:r>
          </a:p>
        </p:txBody>
      </p:sp>
    </p:spTree>
    <p:extLst>
      <p:ext uri="{BB962C8B-B14F-4D97-AF65-F5344CB8AC3E}">
        <p14:creationId xmlns:p14="http://schemas.microsoft.com/office/powerpoint/2010/main" val="1879695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500866" y="273318"/>
            <a:ext cx="11241681" cy="641294"/>
          </a:xfrm>
          <a:prstGeom prst="rect">
            <a:avLst/>
          </a:prstGeom>
        </p:spPr>
        <p:txBody>
          <a:bodyPr lIns="0" tIns="0" rIns="0" bIns="0" anchor="t">
            <a:normAutofit/>
          </a:bodyPr>
          <a:lstStyle>
            <a:lvl1pPr marL="0" indent="0" algn="l">
              <a:lnSpc>
                <a:spcPct val="100000"/>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500866" y="1185022"/>
            <a:ext cx="11241681" cy="5042294"/>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2359270327"/>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2"/>
            <a:ext cx="10369550" cy="4968875"/>
          </a:xfrm>
          <a:prstGeom prst="rect">
            <a:avLst/>
          </a:prstGeom>
        </p:spPr>
        <p:txBody>
          <a:bodyPr/>
          <a:lstStyle>
            <a:lvl1pPr>
              <a:defRPr sz="1998">
                <a:solidFill>
                  <a:schemeClr val="tx1"/>
                </a:solidFill>
              </a:defRPr>
            </a:lvl1pPr>
            <a:lvl2pPr marL="989923" indent="-380740">
              <a:buFont typeface="Arial" panose="020B0604020202020204" pitchFamily="34" charset="0"/>
              <a:buChar char="□"/>
              <a:defRPr sz="1798">
                <a:solidFill>
                  <a:schemeClr val="tx1"/>
                </a:solidFill>
              </a:defRPr>
            </a:lvl2pPr>
            <a:lvl3pPr marL="1522959" indent="-304591">
              <a:buFont typeface="Courier New" panose="02070309020205020404" pitchFamily="49" charset="0"/>
              <a:buChar char="o"/>
              <a:defRPr sz="1398">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2379430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en-US" dirty="0"/>
              <a:t>Click to edit Master title style</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25930" y="1502337"/>
            <a:ext cx="10732159" cy="4691545"/>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en-US" dirty="0"/>
              <a:t>Click to edit Master text style</a:t>
            </a:r>
          </a:p>
        </p:txBody>
      </p:sp>
    </p:spTree>
    <p:extLst>
      <p:ext uri="{BB962C8B-B14F-4D97-AF65-F5344CB8AC3E}">
        <p14:creationId xmlns:p14="http://schemas.microsoft.com/office/powerpoint/2010/main" val="1025670892"/>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0757" y="224493"/>
            <a:ext cx="12074418" cy="504173"/>
          </a:xfrm>
          <a:prstGeom prst="rect">
            <a:avLst/>
          </a:prstGeom>
        </p:spPr>
        <p:txBody>
          <a:bodyPr/>
          <a:lstStyle>
            <a:lvl1pPr>
              <a:defRPr lang="zh-CN" altLang="en-US" sz="2798" b="1" baseline="0" dirty="0">
                <a:solidFill>
                  <a:srgbClr val="C00000"/>
                </a:solidFill>
                <a:latin typeface="微软雅黑" pitchFamily="34" charset="-122"/>
                <a:ea typeface="微软雅黑" pitchFamily="34" charset="-122"/>
                <a:cs typeface="+mj-cs"/>
              </a:defRPr>
            </a:lvl1pPr>
          </a:lstStyle>
          <a:p>
            <a:r>
              <a:rPr lang="zh-CN" altLang="en-US" dirty="0"/>
              <a:t>单击此处编辑母版标题样式</a:t>
            </a:r>
          </a:p>
        </p:txBody>
      </p:sp>
      <p:sp>
        <p:nvSpPr>
          <p:cNvPr id="7" name="内容占位符 2"/>
          <p:cNvSpPr>
            <a:spLocks noGrp="1"/>
          </p:cNvSpPr>
          <p:nvPr>
            <p:ph idx="1"/>
          </p:nvPr>
        </p:nvSpPr>
        <p:spPr>
          <a:xfrm>
            <a:off x="128644"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
        <p:nvSpPr>
          <p:cNvPr id="8" name="内容占位符 2"/>
          <p:cNvSpPr>
            <a:spLocks noGrp="1"/>
          </p:cNvSpPr>
          <p:nvPr>
            <p:ph idx="10"/>
          </p:nvPr>
        </p:nvSpPr>
        <p:spPr>
          <a:xfrm>
            <a:off x="6137456"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2693278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1"/>
            <a:ext cx="10369550" cy="4968875"/>
          </a:xfrm>
          <a:prstGeom prst="rect">
            <a:avLst/>
          </a:prstGeom>
        </p:spPr>
        <p:txBody>
          <a:bodyPr/>
          <a:lstStyle>
            <a:lvl1pPr>
              <a:defRPr sz="1999">
                <a:solidFill>
                  <a:schemeClr val="tx1"/>
                </a:solidFill>
              </a:defRPr>
            </a:lvl1pPr>
            <a:lvl2pPr marL="990022" indent="-380778">
              <a:buFont typeface="Arial" panose="020B0604020202020204" pitchFamily="34" charset="0"/>
              <a:buChar char="□"/>
              <a:defRPr sz="1799">
                <a:solidFill>
                  <a:schemeClr val="tx1"/>
                </a:solidFill>
              </a:defRPr>
            </a:lvl2pPr>
            <a:lvl3pPr marL="1523111" indent="-304622">
              <a:buFont typeface="Courier New" panose="02070309020205020404" pitchFamily="49" charset="0"/>
              <a:buChar char="o"/>
              <a:defRPr sz="1399">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6720201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0" y="157200"/>
            <a:ext cx="11677650" cy="377912"/>
          </a:xfrm>
          <a:prstGeom prst="rect">
            <a:avLst/>
          </a:prstGeom>
          <a:noFill/>
          <a:ln>
            <a:noFill/>
          </a:ln>
          <a:effectLst/>
        </p:spPr>
        <p:txBody>
          <a:bodyPr vert="horz" wrap="square" lIns="0" tIns="53417" rIns="106837" bIns="53417" numCol="1" anchor="t" anchorCtr="0" compatLnSpc="1">
            <a:prstTxWarp prst="textNoShape">
              <a:avLst/>
            </a:prstTxWarp>
          </a:bodyPr>
          <a:lstStyle>
            <a:lvl1pPr algn="l" rtl="0" eaLnBrk="0" fontAlgn="base" hangingPunct="0">
              <a:spcBef>
                <a:spcPct val="0"/>
              </a:spcBef>
              <a:spcAft>
                <a:spcPct val="0"/>
              </a:spcAft>
              <a:defRPr lang="zh-CN" altLang="en-US" sz="2400" b="1" dirty="0">
                <a:solidFill>
                  <a:srgbClr val="990000"/>
                </a:solidFill>
                <a:latin typeface="微软雅黑" pitchFamily="34" charset="-122"/>
                <a:ea typeface="微软雅黑" pitchFamily="34" charset="-122"/>
                <a:cs typeface="Arial" pitchFamily="34" charset="0"/>
              </a:defRPr>
            </a:lvl1pPr>
          </a:lstStyle>
          <a:p>
            <a:r>
              <a:rPr lang="zh-CN" altLang="en-US" dirty="0"/>
              <a:t>单击此处编辑母版标题样式</a:t>
            </a:r>
          </a:p>
        </p:txBody>
      </p:sp>
      <p:sp>
        <p:nvSpPr>
          <p:cNvPr id="3" name="内容占位符 2"/>
          <p:cNvSpPr>
            <a:spLocks noGrp="1"/>
          </p:cNvSpPr>
          <p:nvPr>
            <p:ph idx="1"/>
          </p:nvPr>
        </p:nvSpPr>
        <p:spPr>
          <a:xfrm>
            <a:off x="107950" y="735184"/>
            <a:ext cx="11677650" cy="5155232"/>
          </a:xfrm>
          <a:prstGeom prst="rect">
            <a:avLst/>
          </a:prstGeom>
        </p:spPr>
        <p:txBody>
          <a:bodyPr/>
          <a:lstStyle>
            <a:lvl1pPr>
              <a:defRPr sz="2000"/>
            </a:lvl1pPr>
            <a:lvl2pPr>
              <a:defRPr sz="1800"/>
            </a:lvl2pPr>
            <a:lvl3pPr>
              <a:defRPr sz="1600"/>
            </a:lvl3pPr>
            <a:lvl4pPr>
              <a:defRPr sz="14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519783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483695" y="6491204"/>
            <a:ext cx="2796844" cy="455718"/>
          </a:xfrm>
          <a:prstGeom prst="rect">
            <a:avLst/>
          </a:prstGeom>
        </p:spPr>
        <p:txBody>
          <a:bodyPr/>
          <a:lstStyle>
            <a:lvl1pPr>
              <a:defRPr/>
            </a:lvl1pPr>
          </a:lstStyle>
          <a:p>
            <a:pPr defTabSz="914400" fontAlgn="base">
              <a:spcBef>
                <a:spcPct val="0"/>
              </a:spcBef>
              <a:spcAft>
                <a:spcPct val="0"/>
              </a:spcAft>
            </a:pPr>
            <a:r>
              <a:rPr lang="de-DE" sz="1800">
                <a:solidFill>
                  <a:srgbClr val="000000"/>
                </a:solidFill>
                <a:latin typeface="Calibri" pitchFamily="34" charset="0"/>
                <a:ea typeface="宋体" charset="-122"/>
              </a:rPr>
              <a:t>Page </a:t>
            </a:r>
            <a:fld id="{4D749815-7134-4340-B69C-C14A6AA772E6}" type="slidenum">
              <a:rPr lang="de-DE" sz="1800" smtClean="0">
                <a:solidFill>
                  <a:srgbClr val="000000"/>
                </a:solidFill>
                <a:latin typeface="Calibri" pitchFamily="34" charset="0"/>
                <a:ea typeface="宋体" charset="-122"/>
              </a:rPr>
              <a:pPr defTabSz="914400" fontAlgn="base">
                <a:spcBef>
                  <a:spcPct val="0"/>
                </a:spcBef>
                <a:spcAft>
                  <a:spcPct val="0"/>
                </a:spcAft>
              </a:pPr>
              <a:t>‹#›</a:t>
            </a:fld>
            <a:endParaRPr lang="en-GB" sz="1800">
              <a:solidFill>
                <a:srgbClr val="000000"/>
              </a:solidFill>
              <a:latin typeface="Calibri" pitchFamily="34" charset="0"/>
              <a:ea typeface="宋体" charset="-122"/>
            </a:endParaRPr>
          </a:p>
        </p:txBody>
      </p:sp>
    </p:spTree>
    <p:extLst>
      <p:ext uri="{BB962C8B-B14F-4D97-AF65-F5344CB8AC3E}">
        <p14:creationId xmlns:p14="http://schemas.microsoft.com/office/powerpoint/2010/main" val="14075514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28922089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aphicFrame>
        <p:nvGraphicFramePr>
          <p:cNvPr id="16" name="表格 15"/>
          <p:cNvGraphicFramePr>
            <a:graphicFrameLocks noGrp="1"/>
          </p:cNvGraphicFramePr>
          <p:nvPr userDrawn="1"/>
        </p:nvGraphicFramePr>
        <p:xfrm>
          <a:off x="12306887" y="9334"/>
          <a:ext cx="416560" cy="57614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0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FA1B4"/>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E4F1"/>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EF0"/>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9999"/>
                    </a:solidFill>
                  </a:tcPr>
                </a:tc>
                <a:extLst>
                  <a:ext uri="{0D108BD9-81ED-4DB2-BD59-A6C34878D82A}">
                    <a16:rowId xmlns:a16="http://schemas.microsoft.com/office/drawing/2014/main" val="1000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CCC"/>
                    </a:solidFill>
                  </a:tcPr>
                </a:tc>
                <a:extLst>
                  <a:ext uri="{0D108BD9-81ED-4DB2-BD59-A6C34878D82A}">
                    <a16:rowId xmlns:a16="http://schemas.microsoft.com/office/drawing/2014/main" val="1000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6F6A"/>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5B0E8"/>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1C24"/>
                    </a:solidFill>
                  </a:tcPr>
                </a:tc>
                <a:extLst>
                  <a:ext uri="{0D108BD9-81ED-4DB2-BD59-A6C34878D82A}">
                    <a16:rowId xmlns:a16="http://schemas.microsoft.com/office/drawing/2014/main" val="1000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C4948"/>
                    </a:solidFill>
                  </a:tcPr>
                </a:tc>
                <a:extLst>
                  <a:ext uri="{0D108BD9-81ED-4DB2-BD59-A6C34878D82A}">
                    <a16:rowId xmlns:a16="http://schemas.microsoft.com/office/drawing/2014/main" val="1000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7A65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extLst>
                  <a:ext uri="{0D108BD9-81ED-4DB2-BD59-A6C34878D82A}">
                    <a16:rowId xmlns:a16="http://schemas.microsoft.com/office/drawing/2014/main" val="1000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9C8D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4A5B8"/>
                    </a:solidFill>
                  </a:tcPr>
                </a:tc>
                <a:extLst>
                  <a:ext uri="{0D108BD9-81ED-4DB2-BD59-A6C34878D82A}">
                    <a16:rowId xmlns:a16="http://schemas.microsoft.com/office/drawing/2014/main" val="1001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F4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5F2"/>
                    </a:solidFill>
                  </a:tcPr>
                </a:tc>
                <a:extLst>
                  <a:ext uri="{0D108BD9-81ED-4DB2-BD59-A6C34878D82A}">
                    <a16:rowId xmlns:a16="http://schemas.microsoft.com/office/drawing/2014/main" val="1001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D0A2"/>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CF0F2"/>
                    </a:solidFill>
                  </a:tcPr>
                </a:tc>
                <a:extLst>
                  <a:ext uri="{0D108BD9-81ED-4DB2-BD59-A6C34878D82A}">
                    <a16:rowId xmlns:a16="http://schemas.microsoft.com/office/drawing/2014/main" val="1001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1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E58C4"/>
                    </a:solidFill>
                  </a:tcPr>
                </a:tc>
                <a:extLst>
                  <a:ext uri="{0D108BD9-81ED-4DB2-BD59-A6C34878D82A}">
                    <a16:rowId xmlns:a16="http://schemas.microsoft.com/office/drawing/2014/main" val="1001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A8EF2"/>
                    </a:solidFill>
                  </a:tcPr>
                </a:tc>
                <a:extLst>
                  <a:ext uri="{0D108BD9-81ED-4DB2-BD59-A6C34878D82A}">
                    <a16:rowId xmlns:a16="http://schemas.microsoft.com/office/drawing/2014/main" val="1001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1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1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C99"/>
                    </a:solidFill>
                  </a:tcPr>
                </a:tc>
                <a:extLst>
                  <a:ext uri="{0D108BD9-81ED-4DB2-BD59-A6C34878D82A}">
                    <a16:rowId xmlns:a16="http://schemas.microsoft.com/office/drawing/2014/main" val="1002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F7F7F"/>
                    </a:solidFill>
                  </a:tcPr>
                </a:tc>
                <a:extLst>
                  <a:ext uri="{0D108BD9-81ED-4DB2-BD59-A6C34878D82A}">
                    <a16:rowId xmlns:a16="http://schemas.microsoft.com/office/drawing/2014/main" val="1002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2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2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2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2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227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6"/>
                  </a:ext>
                </a:extLst>
              </a:tr>
            </a:tbl>
          </a:graphicData>
        </a:graphic>
      </p:graphicFrame>
      <p:sp>
        <p:nvSpPr>
          <p:cNvPr id="7" name="标题 1"/>
          <p:cNvSpPr>
            <a:spLocks noGrp="1"/>
          </p:cNvSpPr>
          <p:nvPr>
            <p:ph type="title"/>
          </p:nvPr>
        </p:nvSpPr>
        <p:spPr>
          <a:xfrm>
            <a:off x="552973" y="405459"/>
            <a:ext cx="10707977" cy="576064"/>
          </a:xfrm>
          <a:prstGeom prst="rect">
            <a:avLst/>
          </a:prstGeom>
        </p:spPr>
        <p:txBody>
          <a:bodyPr anchor="ctr" anchorCtr="0"/>
          <a:lstStyle>
            <a:lvl1pPr algn="l">
              <a:defRPr sz="2799" baseline="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5610961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2"/>
            <a:ext cx="10179584" cy="871739"/>
          </a:xfrm>
          <a:prstGeom prst="rect">
            <a:avLst/>
          </a:prstGeom>
        </p:spPr>
        <p:txBody>
          <a:bodyPr anchor="ctr">
            <a:normAutofit/>
          </a:bodyPr>
          <a:lstStyle>
            <a:lvl1pPr algn="l" defTabSz="1218155" rtl="0" fontAlgn="auto">
              <a:spcBef>
                <a:spcPct val="0"/>
              </a:spcBef>
              <a:spcAft>
                <a:spcPts val="0"/>
              </a:spcAft>
              <a:defRPr lang="zh-CN" altLang="en-US" sz="2799" b="1" kern="1200" dirty="0">
                <a:solidFill>
                  <a:srgbClr val="990000"/>
                </a:solidFill>
                <a:latin typeface="+mj-ea"/>
                <a:ea typeface="+mj-ea"/>
                <a:cs typeface="+mn-cs"/>
              </a:defRPr>
            </a:lvl1pPr>
          </a:lstStyle>
          <a:p>
            <a:r>
              <a:rPr lang="zh-CN" altLang="en-US" dirty="0"/>
              <a:t>单击此处编辑母版标题样式</a:t>
            </a:r>
          </a:p>
        </p:txBody>
      </p:sp>
    </p:spTree>
    <p:extLst>
      <p:ext uri="{BB962C8B-B14F-4D97-AF65-F5344CB8AC3E}">
        <p14:creationId xmlns:p14="http://schemas.microsoft.com/office/powerpoint/2010/main" val="3776283391"/>
      </p:ext>
    </p:extLst>
  </p:cSld>
  <p:clrMapOvr>
    <a:masterClrMapping/>
  </p:clrMapOvr>
  <p:transition advClick="0" advTm="800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813" y="1502337"/>
            <a:ext cx="10732159" cy="4691545"/>
          </a:xfrm>
          <a:prstGeom prst="rect">
            <a:avLst/>
          </a:prstGeom>
        </p:spPr>
        <p:txBody>
          <a:bodyPr lIns="0" tIns="0" rIns="0" bIns="0"/>
          <a:lstStyle>
            <a:lvl1pPr marL="12368" indent="0">
              <a:lnSpc>
                <a:spcPct val="100000"/>
              </a:lnSpc>
              <a:spcBef>
                <a:spcPts val="0"/>
              </a:spcBef>
              <a:buFontTx/>
              <a:buNone/>
              <a:tabLst>
                <a:tab pos="1207937" algn="ctr"/>
              </a:tabLst>
              <a:defRPr sz="179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640" indent="-171091">
              <a:buFont typeface="Arial" panose="020B0604020202020204" pitchFamily="34" charset="0"/>
              <a:buChar char="•"/>
              <a:tabLst>
                <a:tab pos="1207937" algn="ctr"/>
              </a:tabLst>
              <a:defRPr sz="1298" baseline="0"/>
            </a:lvl2pPr>
            <a:lvl3pPr marL="525640" indent="-171091">
              <a:buFont typeface="Arial" panose="020B0604020202020204" pitchFamily="34" charset="0"/>
              <a:buChar char="•"/>
              <a:tabLst>
                <a:tab pos="1207937" algn="ctr"/>
              </a:tabLst>
              <a:defRPr sz="1298" baseline="0"/>
            </a:lvl3pPr>
            <a:lvl4pPr marL="525640" indent="-171091">
              <a:buFont typeface="Arial" panose="020B0604020202020204" pitchFamily="34" charset="0"/>
              <a:buChar char="•"/>
              <a:tabLst>
                <a:tab pos="1207937" algn="ctr"/>
              </a:tabLst>
              <a:defRPr sz="1298" baseline="0"/>
            </a:lvl4pPr>
            <a:lvl5pPr marL="525640" indent="-171091">
              <a:buFont typeface="Arial" panose="020B0604020202020204" pitchFamily="34" charset="0"/>
              <a:buChar char="•"/>
              <a:tabLst>
                <a:tab pos="1207937" algn="ctr"/>
              </a:tabLst>
              <a:defRPr sz="1298"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878884079"/>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0" y="157200"/>
            <a:ext cx="11677650" cy="377912"/>
          </a:xfrm>
          <a:prstGeom prst="rect">
            <a:avLst/>
          </a:prstGeom>
          <a:noFill/>
          <a:ln>
            <a:noFill/>
          </a:ln>
          <a:effectLst/>
        </p:spPr>
        <p:txBody>
          <a:bodyPr vert="horz" wrap="square" lIns="0" tIns="53417" rIns="106837" bIns="53417" numCol="1" anchor="t" anchorCtr="0" compatLnSpc="1">
            <a:prstTxWarp prst="textNoShape">
              <a:avLst/>
            </a:prstTxWarp>
          </a:bodyPr>
          <a:lstStyle>
            <a:lvl1pPr algn="l" rtl="0" eaLnBrk="0" fontAlgn="base" hangingPunct="0">
              <a:spcBef>
                <a:spcPct val="0"/>
              </a:spcBef>
              <a:spcAft>
                <a:spcPct val="0"/>
              </a:spcAft>
              <a:defRPr lang="zh-CN" altLang="en-US" sz="2400" b="1" dirty="0">
                <a:solidFill>
                  <a:srgbClr val="990000"/>
                </a:solidFill>
                <a:latin typeface="微软雅黑" pitchFamily="34" charset="-122"/>
                <a:ea typeface="微软雅黑" pitchFamily="34" charset="-122"/>
                <a:cs typeface="Arial" pitchFamily="34" charset="0"/>
              </a:defRPr>
            </a:lvl1pPr>
          </a:lstStyle>
          <a:p>
            <a:r>
              <a:rPr lang="zh-CN" altLang="en-US" dirty="0"/>
              <a:t>单击此处编辑母版标题样式</a:t>
            </a:r>
          </a:p>
        </p:txBody>
      </p:sp>
      <p:sp>
        <p:nvSpPr>
          <p:cNvPr id="3" name="内容占位符 2"/>
          <p:cNvSpPr>
            <a:spLocks noGrp="1"/>
          </p:cNvSpPr>
          <p:nvPr>
            <p:ph idx="1"/>
          </p:nvPr>
        </p:nvSpPr>
        <p:spPr>
          <a:xfrm>
            <a:off x="107950" y="735184"/>
            <a:ext cx="11677650" cy="5155232"/>
          </a:xfrm>
          <a:prstGeom prst="rect">
            <a:avLst/>
          </a:prstGeom>
        </p:spPr>
        <p:txBody>
          <a:bodyPr/>
          <a:lstStyle>
            <a:lvl1pPr>
              <a:defRPr sz="2000"/>
            </a:lvl1pPr>
            <a:lvl2pPr>
              <a:defRPr sz="1800"/>
            </a:lvl2pPr>
            <a:lvl3pPr>
              <a:defRPr sz="1600"/>
            </a:lvl3pPr>
            <a:lvl4pPr>
              <a:defRPr sz="14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668930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7454654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aphicFrame>
        <p:nvGraphicFramePr>
          <p:cNvPr id="16" name="表格 15"/>
          <p:cNvGraphicFramePr>
            <a:graphicFrameLocks noGrp="1"/>
          </p:cNvGraphicFramePr>
          <p:nvPr userDrawn="1"/>
        </p:nvGraphicFramePr>
        <p:xfrm>
          <a:off x="12306887" y="9334"/>
          <a:ext cx="416560" cy="57614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0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FA1B4"/>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E4F1"/>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EF0"/>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9999"/>
                    </a:solidFill>
                  </a:tcPr>
                </a:tc>
                <a:extLst>
                  <a:ext uri="{0D108BD9-81ED-4DB2-BD59-A6C34878D82A}">
                    <a16:rowId xmlns:a16="http://schemas.microsoft.com/office/drawing/2014/main" val="1000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CCC"/>
                    </a:solidFill>
                  </a:tcPr>
                </a:tc>
                <a:extLst>
                  <a:ext uri="{0D108BD9-81ED-4DB2-BD59-A6C34878D82A}">
                    <a16:rowId xmlns:a16="http://schemas.microsoft.com/office/drawing/2014/main" val="1000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6F6A"/>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5B0E8"/>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1C24"/>
                    </a:solidFill>
                  </a:tcPr>
                </a:tc>
                <a:extLst>
                  <a:ext uri="{0D108BD9-81ED-4DB2-BD59-A6C34878D82A}">
                    <a16:rowId xmlns:a16="http://schemas.microsoft.com/office/drawing/2014/main" val="1000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C4948"/>
                    </a:solidFill>
                  </a:tcPr>
                </a:tc>
                <a:extLst>
                  <a:ext uri="{0D108BD9-81ED-4DB2-BD59-A6C34878D82A}">
                    <a16:rowId xmlns:a16="http://schemas.microsoft.com/office/drawing/2014/main" val="1000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7A65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extLst>
                  <a:ext uri="{0D108BD9-81ED-4DB2-BD59-A6C34878D82A}">
                    <a16:rowId xmlns:a16="http://schemas.microsoft.com/office/drawing/2014/main" val="1000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9C8D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4A5B8"/>
                    </a:solidFill>
                  </a:tcPr>
                </a:tc>
                <a:extLst>
                  <a:ext uri="{0D108BD9-81ED-4DB2-BD59-A6C34878D82A}">
                    <a16:rowId xmlns:a16="http://schemas.microsoft.com/office/drawing/2014/main" val="1001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F4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5F2"/>
                    </a:solidFill>
                  </a:tcPr>
                </a:tc>
                <a:extLst>
                  <a:ext uri="{0D108BD9-81ED-4DB2-BD59-A6C34878D82A}">
                    <a16:rowId xmlns:a16="http://schemas.microsoft.com/office/drawing/2014/main" val="1001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D0A2"/>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CF0F2"/>
                    </a:solidFill>
                  </a:tcPr>
                </a:tc>
                <a:extLst>
                  <a:ext uri="{0D108BD9-81ED-4DB2-BD59-A6C34878D82A}">
                    <a16:rowId xmlns:a16="http://schemas.microsoft.com/office/drawing/2014/main" val="1001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1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E58C4"/>
                    </a:solidFill>
                  </a:tcPr>
                </a:tc>
                <a:extLst>
                  <a:ext uri="{0D108BD9-81ED-4DB2-BD59-A6C34878D82A}">
                    <a16:rowId xmlns:a16="http://schemas.microsoft.com/office/drawing/2014/main" val="1001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A8EF2"/>
                    </a:solidFill>
                  </a:tcPr>
                </a:tc>
                <a:extLst>
                  <a:ext uri="{0D108BD9-81ED-4DB2-BD59-A6C34878D82A}">
                    <a16:rowId xmlns:a16="http://schemas.microsoft.com/office/drawing/2014/main" val="1001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1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1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C99"/>
                    </a:solidFill>
                  </a:tcPr>
                </a:tc>
                <a:extLst>
                  <a:ext uri="{0D108BD9-81ED-4DB2-BD59-A6C34878D82A}">
                    <a16:rowId xmlns:a16="http://schemas.microsoft.com/office/drawing/2014/main" val="1002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F7F7F"/>
                    </a:solidFill>
                  </a:tcPr>
                </a:tc>
                <a:extLst>
                  <a:ext uri="{0D108BD9-81ED-4DB2-BD59-A6C34878D82A}">
                    <a16:rowId xmlns:a16="http://schemas.microsoft.com/office/drawing/2014/main" val="1002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2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2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2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2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227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6"/>
                  </a:ext>
                </a:extLst>
              </a:tr>
            </a:tbl>
          </a:graphicData>
        </a:graphic>
      </p:graphicFrame>
      <p:sp>
        <p:nvSpPr>
          <p:cNvPr id="7" name="标题 1"/>
          <p:cNvSpPr>
            <a:spLocks noGrp="1"/>
          </p:cNvSpPr>
          <p:nvPr>
            <p:ph type="title"/>
          </p:nvPr>
        </p:nvSpPr>
        <p:spPr>
          <a:xfrm>
            <a:off x="552973" y="405459"/>
            <a:ext cx="10707977" cy="576064"/>
          </a:xfrm>
          <a:prstGeom prst="rect">
            <a:avLst/>
          </a:prstGeom>
        </p:spPr>
        <p:txBody>
          <a:bodyPr anchor="ctr" anchorCtr="0"/>
          <a:lstStyle>
            <a:lvl1pPr algn="l">
              <a:defRPr sz="2799" baseline="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7835665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2"/>
            <a:ext cx="10179584" cy="871739"/>
          </a:xfrm>
          <a:prstGeom prst="rect">
            <a:avLst/>
          </a:prstGeom>
        </p:spPr>
        <p:txBody>
          <a:bodyPr anchor="ctr">
            <a:normAutofit/>
          </a:bodyPr>
          <a:lstStyle>
            <a:lvl1pPr algn="l" defTabSz="1218155" rtl="0" fontAlgn="auto">
              <a:spcBef>
                <a:spcPct val="0"/>
              </a:spcBef>
              <a:spcAft>
                <a:spcPts val="0"/>
              </a:spcAft>
              <a:defRPr lang="zh-CN" altLang="en-US" sz="2799" b="1" kern="1200" dirty="0">
                <a:solidFill>
                  <a:srgbClr val="990000"/>
                </a:solidFill>
                <a:latin typeface="+mj-ea"/>
                <a:ea typeface="+mj-ea"/>
                <a:cs typeface="+mn-cs"/>
              </a:defRPr>
            </a:lvl1pPr>
          </a:lstStyle>
          <a:p>
            <a:r>
              <a:rPr lang="zh-CN" altLang="en-US" dirty="0"/>
              <a:t>单击此处编辑母版标题样式</a:t>
            </a:r>
          </a:p>
        </p:txBody>
      </p:sp>
    </p:spTree>
    <p:extLst>
      <p:ext uri="{BB962C8B-B14F-4D97-AF65-F5344CB8AC3E}">
        <p14:creationId xmlns:p14="http://schemas.microsoft.com/office/powerpoint/2010/main" val="1565347755"/>
      </p:ext>
    </p:extLst>
  </p:cSld>
  <p:clrMapOvr>
    <a:masterClrMapping/>
  </p:clrMapOvr>
  <p:transition advClick="0" advTm="800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813" y="1502337"/>
            <a:ext cx="10732159" cy="4691545"/>
          </a:xfrm>
          <a:prstGeom prst="rect">
            <a:avLst/>
          </a:prstGeom>
        </p:spPr>
        <p:txBody>
          <a:bodyPr lIns="0" tIns="0" rIns="0" bIns="0"/>
          <a:lstStyle>
            <a:lvl1pPr marL="12368" indent="0">
              <a:lnSpc>
                <a:spcPct val="100000"/>
              </a:lnSpc>
              <a:spcBef>
                <a:spcPts val="0"/>
              </a:spcBef>
              <a:buFontTx/>
              <a:buNone/>
              <a:tabLst>
                <a:tab pos="1207937" algn="ctr"/>
              </a:tabLst>
              <a:defRPr sz="179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640" indent="-171091">
              <a:buFont typeface="Arial" panose="020B0604020202020204" pitchFamily="34" charset="0"/>
              <a:buChar char="•"/>
              <a:tabLst>
                <a:tab pos="1207937" algn="ctr"/>
              </a:tabLst>
              <a:defRPr sz="1298" baseline="0"/>
            </a:lvl2pPr>
            <a:lvl3pPr marL="525640" indent="-171091">
              <a:buFont typeface="Arial" panose="020B0604020202020204" pitchFamily="34" charset="0"/>
              <a:buChar char="•"/>
              <a:tabLst>
                <a:tab pos="1207937" algn="ctr"/>
              </a:tabLst>
              <a:defRPr sz="1298" baseline="0"/>
            </a:lvl3pPr>
            <a:lvl4pPr marL="525640" indent="-171091">
              <a:buFont typeface="Arial" panose="020B0604020202020204" pitchFamily="34" charset="0"/>
              <a:buChar char="•"/>
              <a:tabLst>
                <a:tab pos="1207937" algn="ctr"/>
              </a:tabLst>
              <a:defRPr sz="1298" baseline="0"/>
            </a:lvl4pPr>
            <a:lvl5pPr marL="525640" indent="-171091">
              <a:buFont typeface="Arial" panose="020B0604020202020204" pitchFamily="34" charset="0"/>
              <a:buChar char="•"/>
              <a:tabLst>
                <a:tab pos="1207937" algn="ctr"/>
              </a:tabLst>
              <a:defRPr sz="1298"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2063249110"/>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495237" y="456240"/>
            <a:ext cx="10973086" cy="993630"/>
          </a:xfrm>
          <a:prstGeom prst="rect">
            <a:avLst/>
          </a:prstGeom>
        </p:spPr>
        <p:txBody>
          <a:bodyPr lIns="0" tIns="0" rIns="0" bIns="0" anchor="t">
            <a:normAutofit/>
          </a:bodyPr>
          <a:lstStyle>
            <a:lvl1pPr marL="0" indent="0" algn="l">
              <a:lnSpc>
                <a:spcPts val="3428"/>
              </a:lnSpc>
              <a:spcBef>
                <a:spcPts val="0"/>
              </a:spcBef>
              <a:buNone/>
              <a:defRPr sz="2798" b="1" baseline="0">
                <a:solidFill>
                  <a:srgbClr val="C00000"/>
                </a:solidFill>
                <a:latin typeface="Microsoft YaHei" panose="020B0503020204020204" pitchFamily="34" charset="-122"/>
                <a:ea typeface="Microsoft YaHei" panose="020B0503020204020204" pitchFamily="34" charset="-122"/>
              </a:defRPr>
            </a:lvl1pPr>
            <a:lvl2pPr marL="593425" indent="0" algn="ctr">
              <a:buNone/>
              <a:defRPr sz="2596"/>
            </a:lvl2pPr>
            <a:lvl3pPr marL="1186848" indent="0" algn="ctr">
              <a:buNone/>
              <a:defRPr sz="2336"/>
            </a:lvl3pPr>
            <a:lvl4pPr marL="1780274" indent="0" algn="ctr">
              <a:buNone/>
              <a:defRPr sz="2077"/>
            </a:lvl4pPr>
            <a:lvl5pPr marL="2373698" indent="0" algn="ctr">
              <a:buNone/>
              <a:defRPr sz="2077"/>
            </a:lvl5pPr>
            <a:lvl6pPr marL="2967122" indent="0" algn="ctr">
              <a:buNone/>
              <a:defRPr sz="2077"/>
            </a:lvl6pPr>
            <a:lvl7pPr marL="3560546" indent="0" algn="ctr">
              <a:buNone/>
              <a:defRPr sz="2077"/>
            </a:lvl7pPr>
            <a:lvl8pPr marL="4153972" indent="0" algn="ctr">
              <a:buNone/>
              <a:defRPr sz="2077"/>
            </a:lvl8pPr>
            <a:lvl9pPr marL="4747395" indent="0" algn="ctr">
              <a:buNone/>
              <a:defRPr sz="2077"/>
            </a:lvl9pPr>
          </a:lstStyle>
          <a:p>
            <a:r>
              <a:rPr lang="zh-CN" altLang="en-US" dirty="0"/>
              <a:t>单击此处添加标题</a:t>
            </a:r>
            <a:endParaRPr lang="en-US" dirty="0"/>
          </a:p>
        </p:txBody>
      </p:sp>
    </p:spTree>
    <p:extLst>
      <p:ext uri="{BB962C8B-B14F-4D97-AF65-F5344CB8AC3E}">
        <p14:creationId xmlns:p14="http://schemas.microsoft.com/office/powerpoint/2010/main" val="4244768162"/>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2"/>
            <a:ext cx="10739242" cy="491331"/>
          </a:xfrm>
          <a:prstGeom prst="rect">
            <a:avLst/>
          </a:prstGeom>
        </p:spPr>
        <p:txBody>
          <a:bodyPr lIns="0" tIns="0" rIns="0" bIns="0" anchor="t">
            <a:normAutofit/>
          </a:bodyPr>
          <a:lstStyle>
            <a:lvl1pPr marL="0" indent="0" algn="l">
              <a:lnSpc>
                <a:spcPts val="3429"/>
              </a:lnSpc>
              <a:spcBef>
                <a:spcPts val="0"/>
              </a:spcBef>
              <a:buNone/>
              <a:defRPr sz="3199" baseline="0">
                <a:solidFill>
                  <a:schemeClr val="tx1">
                    <a:lumMod val="65000"/>
                    <a:lumOff val="35000"/>
                  </a:schemeClr>
                </a:solidFill>
                <a:latin typeface="+mj-lt"/>
                <a:ea typeface="Microsoft YaHei" panose="020B0503020204020204" pitchFamily="34" charset="-122"/>
                <a:cs typeface="Arial" panose="020B0604020202020204" pitchFamily="34" charset="0"/>
              </a:defRPr>
            </a:lvl1pPr>
            <a:lvl2pPr marL="593603" indent="0" algn="ctr">
              <a:buNone/>
              <a:defRPr sz="2597"/>
            </a:lvl2pPr>
            <a:lvl3pPr marL="1187204" indent="0" algn="ctr">
              <a:buNone/>
              <a:defRPr sz="2337"/>
            </a:lvl3pPr>
            <a:lvl4pPr marL="1780808" indent="0" algn="ctr">
              <a:buNone/>
              <a:defRPr sz="2078"/>
            </a:lvl4pPr>
            <a:lvl5pPr marL="2374411" indent="0" algn="ctr">
              <a:buNone/>
              <a:defRPr sz="2078"/>
            </a:lvl5pPr>
            <a:lvl6pPr marL="2968012" indent="0" algn="ctr">
              <a:buNone/>
              <a:defRPr sz="2078"/>
            </a:lvl6pPr>
            <a:lvl7pPr marL="3561615" indent="0" algn="ctr">
              <a:buNone/>
              <a:defRPr sz="2078"/>
            </a:lvl7pPr>
            <a:lvl8pPr marL="4155218" indent="0" algn="ctr">
              <a:buNone/>
              <a:defRPr sz="2078"/>
            </a:lvl8pPr>
            <a:lvl9pPr marL="4748820" indent="0" algn="ctr">
              <a:buNone/>
              <a:defRPr sz="2078"/>
            </a:lvl9pPr>
          </a:lstStyle>
          <a:p>
            <a:r>
              <a:rPr lang="en-US" dirty="0"/>
              <a:t>Click to edit Master title style</a:t>
            </a:r>
          </a:p>
        </p:txBody>
      </p:sp>
    </p:spTree>
    <p:extLst>
      <p:ext uri="{BB962C8B-B14F-4D97-AF65-F5344CB8AC3E}">
        <p14:creationId xmlns:p14="http://schemas.microsoft.com/office/powerpoint/2010/main" val="608056761"/>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1"/>
            <a:ext cx="10369550" cy="4968875"/>
          </a:xfrm>
          <a:prstGeom prst="rect">
            <a:avLst/>
          </a:prstGeom>
        </p:spPr>
        <p:txBody>
          <a:bodyPr/>
          <a:lstStyle>
            <a:lvl1pPr>
              <a:defRPr sz="1999">
                <a:solidFill>
                  <a:schemeClr val="tx1"/>
                </a:solidFill>
              </a:defRPr>
            </a:lvl1pPr>
            <a:lvl2pPr marL="990022" indent="-380778">
              <a:buFont typeface="Arial" panose="020B0604020202020204" pitchFamily="34" charset="0"/>
              <a:buChar char="□"/>
              <a:defRPr sz="1799">
                <a:solidFill>
                  <a:schemeClr val="tx1"/>
                </a:solidFill>
              </a:defRPr>
            </a:lvl2pPr>
            <a:lvl3pPr marL="1523111" indent="-304622">
              <a:buFont typeface="Courier New" panose="02070309020205020404" pitchFamily="49" charset="0"/>
              <a:buChar char="o"/>
              <a:defRPr sz="1399">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5514558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aphicFrame>
        <p:nvGraphicFramePr>
          <p:cNvPr id="16" name="表格 15"/>
          <p:cNvGraphicFramePr>
            <a:graphicFrameLocks noGrp="1"/>
          </p:cNvGraphicFramePr>
          <p:nvPr userDrawn="1"/>
        </p:nvGraphicFramePr>
        <p:xfrm>
          <a:off x="12306887" y="9334"/>
          <a:ext cx="416560" cy="57614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0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FA1B4"/>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E4F1"/>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EF0"/>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9999"/>
                    </a:solidFill>
                  </a:tcPr>
                </a:tc>
                <a:extLst>
                  <a:ext uri="{0D108BD9-81ED-4DB2-BD59-A6C34878D82A}">
                    <a16:rowId xmlns:a16="http://schemas.microsoft.com/office/drawing/2014/main" val="1000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CCC"/>
                    </a:solidFill>
                  </a:tcPr>
                </a:tc>
                <a:extLst>
                  <a:ext uri="{0D108BD9-81ED-4DB2-BD59-A6C34878D82A}">
                    <a16:rowId xmlns:a16="http://schemas.microsoft.com/office/drawing/2014/main" val="1000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6F6A"/>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5B0E8"/>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1C24"/>
                    </a:solidFill>
                  </a:tcPr>
                </a:tc>
                <a:extLst>
                  <a:ext uri="{0D108BD9-81ED-4DB2-BD59-A6C34878D82A}">
                    <a16:rowId xmlns:a16="http://schemas.microsoft.com/office/drawing/2014/main" val="1000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C4948"/>
                    </a:solidFill>
                  </a:tcPr>
                </a:tc>
                <a:extLst>
                  <a:ext uri="{0D108BD9-81ED-4DB2-BD59-A6C34878D82A}">
                    <a16:rowId xmlns:a16="http://schemas.microsoft.com/office/drawing/2014/main" val="1000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7A65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extLst>
                  <a:ext uri="{0D108BD9-81ED-4DB2-BD59-A6C34878D82A}">
                    <a16:rowId xmlns:a16="http://schemas.microsoft.com/office/drawing/2014/main" val="1000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9C8D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4A5B8"/>
                    </a:solidFill>
                  </a:tcPr>
                </a:tc>
                <a:extLst>
                  <a:ext uri="{0D108BD9-81ED-4DB2-BD59-A6C34878D82A}">
                    <a16:rowId xmlns:a16="http://schemas.microsoft.com/office/drawing/2014/main" val="1001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F4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5F2"/>
                    </a:solidFill>
                  </a:tcPr>
                </a:tc>
                <a:extLst>
                  <a:ext uri="{0D108BD9-81ED-4DB2-BD59-A6C34878D82A}">
                    <a16:rowId xmlns:a16="http://schemas.microsoft.com/office/drawing/2014/main" val="1001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D0A2"/>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CF0F2"/>
                    </a:solidFill>
                  </a:tcPr>
                </a:tc>
                <a:extLst>
                  <a:ext uri="{0D108BD9-81ED-4DB2-BD59-A6C34878D82A}">
                    <a16:rowId xmlns:a16="http://schemas.microsoft.com/office/drawing/2014/main" val="1001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1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E58C4"/>
                    </a:solidFill>
                  </a:tcPr>
                </a:tc>
                <a:extLst>
                  <a:ext uri="{0D108BD9-81ED-4DB2-BD59-A6C34878D82A}">
                    <a16:rowId xmlns:a16="http://schemas.microsoft.com/office/drawing/2014/main" val="1001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A8EF2"/>
                    </a:solidFill>
                  </a:tcPr>
                </a:tc>
                <a:extLst>
                  <a:ext uri="{0D108BD9-81ED-4DB2-BD59-A6C34878D82A}">
                    <a16:rowId xmlns:a16="http://schemas.microsoft.com/office/drawing/2014/main" val="1001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1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1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C99"/>
                    </a:solidFill>
                  </a:tcPr>
                </a:tc>
                <a:extLst>
                  <a:ext uri="{0D108BD9-81ED-4DB2-BD59-A6C34878D82A}">
                    <a16:rowId xmlns:a16="http://schemas.microsoft.com/office/drawing/2014/main" val="1002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F7F7F"/>
                    </a:solidFill>
                  </a:tcPr>
                </a:tc>
                <a:extLst>
                  <a:ext uri="{0D108BD9-81ED-4DB2-BD59-A6C34878D82A}">
                    <a16:rowId xmlns:a16="http://schemas.microsoft.com/office/drawing/2014/main" val="1002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2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2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2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2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227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6"/>
                  </a:ext>
                </a:extLst>
              </a:tr>
            </a:tbl>
          </a:graphicData>
        </a:graphic>
      </p:graphicFrame>
      <p:sp>
        <p:nvSpPr>
          <p:cNvPr id="7" name="标题 1"/>
          <p:cNvSpPr>
            <a:spLocks noGrp="1"/>
          </p:cNvSpPr>
          <p:nvPr>
            <p:ph type="title"/>
          </p:nvPr>
        </p:nvSpPr>
        <p:spPr>
          <a:xfrm>
            <a:off x="552973" y="405460"/>
            <a:ext cx="10707977" cy="576064"/>
          </a:xfrm>
          <a:prstGeom prst="rect">
            <a:avLst/>
          </a:prstGeom>
        </p:spPr>
        <p:txBody>
          <a:bodyPr anchor="ctr" anchorCtr="0"/>
          <a:lstStyle>
            <a:lvl1pPr algn="l">
              <a:defRPr sz="2799" baseline="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767131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3"/>
            <a:ext cx="10179584" cy="871739"/>
          </a:xfrm>
          <a:prstGeom prst="rect">
            <a:avLst/>
          </a:prstGeom>
        </p:spPr>
        <p:txBody>
          <a:bodyPr anchor="ctr">
            <a:normAutofit/>
          </a:bodyPr>
          <a:lstStyle>
            <a:lvl1pPr algn="l" defTabSz="1218033" rtl="0" fontAlgn="auto">
              <a:spcBef>
                <a:spcPct val="0"/>
              </a:spcBef>
              <a:spcAft>
                <a:spcPts val="0"/>
              </a:spcAft>
              <a:defRPr lang="zh-CN" altLang="en-US" sz="2799" b="1" kern="1200" dirty="0">
                <a:solidFill>
                  <a:srgbClr val="990000"/>
                </a:solidFill>
                <a:latin typeface="+mj-ea"/>
                <a:ea typeface="+mj-ea"/>
                <a:cs typeface="+mn-cs"/>
              </a:defRPr>
            </a:lvl1pPr>
          </a:lstStyle>
          <a:p>
            <a:r>
              <a:rPr lang="zh-CN" altLang="en-US" dirty="0"/>
              <a:t>单击此处编辑母版标题样式</a:t>
            </a:r>
          </a:p>
        </p:txBody>
      </p:sp>
    </p:spTree>
    <p:extLst>
      <p:ext uri="{BB962C8B-B14F-4D97-AF65-F5344CB8AC3E}">
        <p14:creationId xmlns:p14="http://schemas.microsoft.com/office/powerpoint/2010/main" val="893510855"/>
      </p:ext>
    </p:extLst>
  </p:cSld>
  <p:clrMapOvr>
    <a:masterClrMapping/>
  </p:clrMapOvr>
  <p:transition advClick="0" advTm="8000"/>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483695" y="6491205"/>
            <a:ext cx="2796844" cy="455718"/>
          </a:xfrm>
          <a:prstGeom prst="rect">
            <a:avLst/>
          </a:prstGeom>
        </p:spPr>
        <p:txBody>
          <a:bodyPr/>
          <a:lstStyle>
            <a:lvl1pPr>
              <a:defRPr/>
            </a:lvl1pPr>
          </a:lstStyle>
          <a:p>
            <a:pPr defTabSz="914387"/>
            <a:r>
              <a:rPr lang="de-DE" sz="1800">
                <a:solidFill>
                  <a:srgbClr val="000000"/>
                </a:solidFill>
              </a:rPr>
              <a:t>Page </a:t>
            </a:r>
            <a:fld id="{4D749815-7134-4340-B69C-C14A6AA772E6}" type="slidenum">
              <a:rPr lang="de-DE" sz="1800" smtClean="0">
                <a:solidFill>
                  <a:srgbClr val="000000"/>
                </a:solidFill>
              </a:rPr>
              <a:pPr defTabSz="914387"/>
              <a:t>‹#›</a:t>
            </a:fld>
            <a:endParaRPr lang="en-GB" sz="1800">
              <a:solidFill>
                <a:srgbClr val="000000"/>
              </a:solidFill>
            </a:endParaRPr>
          </a:p>
        </p:txBody>
      </p:sp>
    </p:spTree>
    <p:extLst>
      <p:ext uri="{BB962C8B-B14F-4D97-AF65-F5344CB8AC3E}">
        <p14:creationId xmlns:p14="http://schemas.microsoft.com/office/powerpoint/2010/main" val="2873547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1" y="157201"/>
            <a:ext cx="11677650" cy="377912"/>
          </a:xfrm>
          <a:prstGeom prst="rect">
            <a:avLst/>
          </a:prstGeom>
          <a:noFill/>
          <a:ln>
            <a:noFill/>
          </a:ln>
          <a:effectLst/>
        </p:spPr>
        <p:txBody>
          <a:bodyPr vert="horz" wrap="square" lIns="0" tIns="53417" rIns="106837" bIns="53417" numCol="1" anchor="t" anchorCtr="0" compatLnSpc="1">
            <a:prstTxWarp prst="textNoShape">
              <a:avLst/>
            </a:prstTxWarp>
          </a:bodyPr>
          <a:lstStyle>
            <a:lvl1pPr algn="l" rtl="0" eaLnBrk="0" fontAlgn="base" hangingPunct="0">
              <a:spcBef>
                <a:spcPct val="0"/>
              </a:spcBef>
              <a:spcAft>
                <a:spcPct val="0"/>
              </a:spcAft>
              <a:defRPr lang="zh-CN" altLang="en-US" sz="2400" b="1" dirty="0">
                <a:solidFill>
                  <a:srgbClr val="990000"/>
                </a:solidFill>
                <a:latin typeface="微软雅黑" pitchFamily="34" charset="-122"/>
                <a:ea typeface="微软雅黑" pitchFamily="34" charset="-122"/>
                <a:cs typeface="Arial" pitchFamily="34" charset="0"/>
              </a:defRPr>
            </a:lvl1pPr>
          </a:lstStyle>
          <a:p>
            <a:r>
              <a:rPr lang="zh-CN" altLang="en-US" dirty="0"/>
              <a:t>单击此处编辑母版标题样式</a:t>
            </a:r>
          </a:p>
        </p:txBody>
      </p:sp>
      <p:sp>
        <p:nvSpPr>
          <p:cNvPr id="3" name="内容占位符 2"/>
          <p:cNvSpPr>
            <a:spLocks noGrp="1"/>
          </p:cNvSpPr>
          <p:nvPr>
            <p:ph idx="1"/>
          </p:nvPr>
        </p:nvSpPr>
        <p:spPr>
          <a:xfrm>
            <a:off x="107951" y="735185"/>
            <a:ext cx="11677650" cy="5155232"/>
          </a:xfrm>
          <a:prstGeom prst="rect">
            <a:avLst/>
          </a:prstGeom>
        </p:spPr>
        <p:txBody>
          <a:bodyPr/>
          <a:lstStyle>
            <a:lvl1pPr>
              <a:defRPr sz="2000"/>
            </a:lvl1pPr>
            <a:lvl2pPr>
              <a:defRPr sz="1800"/>
            </a:lvl2pPr>
            <a:lvl3pPr>
              <a:defRPr sz="1600"/>
            </a:lvl3pPr>
            <a:lvl4pPr>
              <a:defRPr sz="14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444646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0" y="157202"/>
            <a:ext cx="11677650" cy="377912"/>
          </a:xfrm>
          <a:prstGeom prst="rect">
            <a:avLst/>
          </a:prstGeom>
          <a:noFill/>
          <a:ln>
            <a:noFill/>
          </a:ln>
          <a:effectLst/>
        </p:spPr>
        <p:txBody>
          <a:bodyPr vert="horz" wrap="square" lIns="0" tIns="53417" rIns="106837" bIns="53417" numCol="1" anchor="t" anchorCtr="0" compatLnSpc="1">
            <a:prstTxWarp prst="textNoShape">
              <a:avLst/>
            </a:prstTxWarp>
          </a:bodyPr>
          <a:lstStyle>
            <a:lvl1pPr algn="l" rtl="0" eaLnBrk="0" fontAlgn="base" hangingPunct="0">
              <a:spcBef>
                <a:spcPct val="0"/>
              </a:spcBef>
              <a:spcAft>
                <a:spcPct val="0"/>
              </a:spcAft>
              <a:defRPr lang="zh-CN" altLang="en-US" sz="2399" b="1" dirty="0">
                <a:solidFill>
                  <a:srgbClr val="990000"/>
                </a:solidFill>
                <a:latin typeface="微软雅黑" pitchFamily="34" charset="-122"/>
                <a:ea typeface="微软雅黑" pitchFamily="34" charset="-122"/>
                <a:cs typeface="Arial" pitchFamily="34" charset="0"/>
              </a:defRPr>
            </a:lvl1pPr>
          </a:lstStyle>
          <a:p>
            <a:r>
              <a:rPr lang="zh-CN" altLang="en-US" dirty="0"/>
              <a:t>单击此处编辑母版标题样式</a:t>
            </a:r>
          </a:p>
        </p:txBody>
      </p:sp>
      <p:sp>
        <p:nvSpPr>
          <p:cNvPr id="3" name="内容占位符 2"/>
          <p:cNvSpPr>
            <a:spLocks noGrp="1"/>
          </p:cNvSpPr>
          <p:nvPr>
            <p:ph idx="1"/>
          </p:nvPr>
        </p:nvSpPr>
        <p:spPr>
          <a:xfrm>
            <a:off x="107950" y="735186"/>
            <a:ext cx="11677650" cy="5155232"/>
          </a:xfrm>
          <a:prstGeom prst="rect">
            <a:avLst/>
          </a:prstGeom>
        </p:spPr>
        <p:txBody>
          <a:bodyPr/>
          <a:lstStyle>
            <a:lvl1pPr>
              <a:defRPr sz="1999"/>
            </a:lvl1pPr>
            <a:lvl2pPr>
              <a:defRPr sz="1799"/>
            </a:lvl2pPr>
            <a:lvl3pPr>
              <a:defRPr sz="1600"/>
            </a:lvl3pPr>
            <a:lvl4pPr>
              <a:defRPr sz="1400"/>
            </a:lvl4pPr>
            <a:lvl5pPr>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5725188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483695" y="6491206"/>
            <a:ext cx="2796844" cy="455718"/>
          </a:xfrm>
          <a:prstGeom prst="rect">
            <a:avLst/>
          </a:prstGeom>
        </p:spPr>
        <p:txBody>
          <a:bodyPr/>
          <a:lstStyle>
            <a:lvl1pPr>
              <a:defRPr/>
            </a:lvl1pPr>
          </a:lstStyle>
          <a:p>
            <a:pPr defTabSz="914400" fontAlgn="base">
              <a:spcBef>
                <a:spcPct val="0"/>
              </a:spcBef>
              <a:spcAft>
                <a:spcPct val="0"/>
              </a:spcAft>
            </a:pPr>
            <a:r>
              <a:rPr lang="de-DE" sz="1800">
                <a:solidFill>
                  <a:srgbClr val="000000"/>
                </a:solidFill>
                <a:latin typeface="Calibri" pitchFamily="34" charset="0"/>
                <a:ea typeface="宋体" charset="-122"/>
              </a:rPr>
              <a:t>Page </a:t>
            </a:r>
            <a:fld id="{4D749815-7134-4340-B69C-C14A6AA772E6}" type="slidenum">
              <a:rPr lang="de-DE" sz="1800" smtClean="0">
                <a:solidFill>
                  <a:srgbClr val="000000"/>
                </a:solidFill>
                <a:latin typeface="Calibri" pitchFamily="34" charset="0"/>
                <a:ea typeface="宋体" charset="-122"/>
              </a:rPr>
              <a:pPr defTabSz="914400" fontAlgn="base">
                <a:spcBef>
                  <a:spcPct val="0"/>
                </a:spcBef>
                <a:spcAft>
                  <a:spcPct val="0"/>
                </a:spcAft>
              </a:pPr>
              <a:t>‹#›</a:t>
            </a:fld>
            <a:endParaRPr lang="en-GB" sz="1800">
              <a:solidFill>
                <a:srgbClr val="000000"/>
              </a:solidFill>
              <a:latin typeface="Calibri" pitchFamily="34" charset="0"/>
              <a:ea typeface="宋体" charset="-122"/>
            </a:endParaRPr>
          </a:p>
        </p:txBody>
      </p:sp>
    </p:spTree>
    <p:extLst>
      <p:ext uri="{BB962C8B-B14F-4D97-AF65-F5344CB8AC3E}">
        <p14:creationId xmlns:p14="http://schemas.microsoft.com/office/powerpoint/2010/main" val="14355154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9" y="165139"/>
            <a:ext cx="11160000" cy="888392"/>
          </a:xfrm>
        </p:spPr>
        <p:txBody>
          <a:bodyPr>
            <a:noAutofit/>
          </a:bodyPr>
          <a:lstStyle>
            <a:lvl1pPr marL="0" marR="0" indent="0" algn="l" defTabSz="1218834" rtl="0" eaLnBrk="1" fontAlgn="auto" latinLnBrk="0" hangingPunct="1">
              <a:lnSpc>
                <a:spcPct val="100000"/>
              </a:lnSpc>
              <a:spcBef>
                <a:spcPct val="0"/>
              </a:spcBef>
              <a:spcAft>
                <a:spcPts val="0"/>
              </a:spcAft>
              <a:buClrTx/>
              <a:buSzTx/>
              <a:buFontTx/>
              <a:buNone/>
              <a:tabLst/>
              <a:defRPr sz="3598" b="0">
                <a:solidFill>
                  <a:schemeClr val="tx1">
                    <a:lumMod val="65000"/>
                    <a:lumOff val="35000"/>
                  </a:schemeClr>
                </a:solidFill>
              </a:defRPr>
            </a:lvl1pPr>
          </a:lstStyle>
          <a:p>
            <a:r>
              <a:rPr lang="en-US" altLang="zh-CN" dirty="0"/>
              <a:t>Headline in Arial Regular 36 point</a:t>
            </a:r>
          </a:p>
        </p:txBody>
      </p:sp>
      <p:sp>
        <p:nvSpPr>
          <p:cNvPr id="3" name="副标题 2"/>
          <p:cNvSpPr>
            <a:spLocks noGrp="1"/>
          </p:cNvSpPr>
          <p:nvPr>
            <p:ph type="subTitle" idx="1" hasCustomPrompt="1"/>
          </p:nvPr>
        </p:nvSpPr>
        <p:spPr>
          <a:xfrm>
            <a:off x="517589" y="1269557"/>
            <a:ext cx="11160000" cy="5032758"/>
          </a:xfrm>
        </p:spPr>
        <p:txBody>
          <a:bodyPr>
            <a:normAutofit/>
          </a:bodyPr>
          <a:lstStyle>
            <a:lvl1pPr marL="0" marR="0" indent="0" algn="l" defTabSz="1218834" rtl="0" eaLnBrk="1" fontAlgn="auto" latinLnBrk="0" hangingPunct="1">
              <a:lnSpc>
                <a:spcPct val="100000"/>
              </a:lnSpc>
              <a:spcBef>
                <a:spcPct val="20000"/>
              </a:spcBef>
              <a:spcAft>
                <a:spcPts val="0"/>
              </a:spcAft>
              <a:buClrTx/>
              <a:buSzTx/>
              <a:buFont typeface="Arial" pitchFamily="34" charset="0"/>
              <a:buNone/>
              <a:tabLst/>
              <a:defRPr sz="2399" baseline="0">
                <a:solidFill>
                  <a:schemeClr val="tx1">
                    <a:lumMod val="65000"/>
                    <a:lumOff val="35000"/>
                  </a:schemeClr>
                </a:solidFill>
              </a:defRPr>
            </a:lvl1pPr>
            <a:lvl2pPr marL="609417" indent="0" algn="ctr">
              <a:buNone/>
              <a:defRPr>
                <a:solidFill>
                  <a:schemeClr val="tx1">
                    <a:tint val="75000"/>
                  </a:schemeClr>
                </a:solidFill>
              </a:defRPr>
            </a:lvl2pPr>
            <a:lvl3pPr marL="1218834" indent="0" algn="ctr">
              <a:buNone/>
              <a:defRPr>
                <a:solidFill>
                  <a:schemeClr val="tx1">
                    <a:tint val="75000"/>
                  </a:schemeClr>
                </a:solidFill>
              </a:defRPr>
            </a:lvl3pPr>
            <a:lvl4pPr marL="1828251" indent="0" algn="ctr">
              <a:buNone/>
              <a:defRPr>
                <a:solidFill>
                  <a:schemeClr val="tx1">
                    <a:tint val="75000"/>
                  </a:schemeClr>
                </a:solidFill>
              </a:defRPr>
            </a:lvl4pPr>
            <a:lvl5pPr marL="2437668" indent="0" algn="ctr">
              <a:buNone/>
              <a:defRPr>
                <a:solidFill>
                  <a:schemeClr val="tx1">
                    <a:tint val="75000"/>
                  </a:schemeClr>
                </a:solidFill>
              </a:defRPr>
            </a:lvl5pPr>
            <a:lvl6pPr marL="3047086" indent="0" algn="ctr">
              <a:buNone/>
              <a:defRPr>
                <a:solidFill>
                  <a:schemeClr val="tx1">
                    <a:tint val="75000"/>
                  </a:schemeClr>
                </a:solidFill>
              </a:defRPr>
            </a:lvl6pPr>
            <a:lvl7pPr marL="3656503" indent="0" algn="ctr">
              <a:buNone/>
              <a:defRPr>
                <a:solidFill>
                  <a:schemeClr val="tx1">
                    <a:tint val="75000"/>
                  </a:schemeClr>
                </a:solidFill>
              </a:defRPr>
            </a:lvl7pPr>
            <a:lvl8pPr marL="4265919" indent="0" algn="ctr">
              <a:buNone/>
              <a:defRPr>
                <a:solidFill>
                  <a:schemeClr val="tx1">
                    <a:tint val="75000"/>
                  </a:schemeClr>
                </a:solidFill>
              </a:defRPr>
            </a:lvl8pPr>
            <a:lvl9pPr marL="4875336" indent="0" algn="ctr">
              <a:buNone/>
              <a:defRPr>
                <a:solidFill>
                  <a:schemeClr val="tx1">
                    <a:tint val="75000"/>
                  </a:schemeClr>
                </a:solidFill>
              </a:defRPr>
            </a:lvl9pPr>
          </a:lstStyle>
          <a:p>
            <a:r>
              <a:rPr lang="en-US" altLang="zh-CN" dirty="0"/>
              <a:t>Copy text in Arial Regular 20 - 32 point </a:t>
            </a:r>
          </a:p>
        </p:txBody>
      </p:sp>
    </p:spTree>
    <p:extLst>
      <p:ext uri="{BB962C8B-B14F-4D97-AF65-F5344CB8AC3E}">
        <p14:creationId xmlns:p14="http://schemas.microsoft.com/office/powerpoint/2010/main" val="37164003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aphicFrame>
        <p:nvGraphicFramePr>
          <p:cNvPr id="16" name="表格 15"/>
          <p:cNvGraphicFramePr>
            <a:graphicFrameLocks noGrp="1"/>
          </p:cNvGraphicFramePr>
          <p:nvPr userDrawn="1"/>
        </p:nvGraphicFramePr>
        <p:xfrm>
          <a:off x="12306887" y="9334"/>
          <a:ext cx="416560" cy="5761460"/>
        </p:xfrm>
        <a:graphic>
          <a:graphicData uri="http://schemas.openxmlformats.org/drawingml/2006/table">
            <a:tbl>
              <a:tblPr firstRow="1" bandRow="1">
                <a:tableStyleId>{5C22544A-7EE6-4342-B048-85BDC9FD1C3A}</a:tableStyleId>
              </a:tblPr>
              <a:tblGrid>
                <a:gridCol w="208286">
                  <a:extLst>
                    <a:ext uri="{9D8B030D-6E8A-4147-A177-3AD203B41FA5}">
                      <a16:colId xmlns:a16="http://schemas.microsoft.com/office/drawing/2014/main" val="20000"/>
                    </a:ext>
                  </a:extLst>
                </a:gridCol>
                <a:gridCol w="208286">
                  <a:extLst>
                    <a:ext uri="{9D8B030D-6E8A-4147-A177-3AD203B41FA5}">
                      <a16:colId xmlns:a16="http://schemas.microsoft.com/office/drawing/2014/main" val="20001"/>
                    </a:ext>
                  </a:extLst>
                </a:gridCol>
              </a:tblGrid>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0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FA1B4"/>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E4F1"/>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EF0"/>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9999"/>
                    </a:solidFill>
                  </a:tcPr>
                </a:tc>
                <a:extLst>
                  <a:ext uri="{0D108BD9-81ED-4DB2-BD59-A6C34878D82A}">
                    <a16:rowId xmlns:a16="http://schemas.microsoft.com/office/drawing/2014/main" val="1000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CCC"/>
                    </a:solidFill>
                  </a:tcPr>
                </a:tc>
                <a:extLst>
                  <a:ext uri="{0D108BD9-81ED-4DB2-BD59-A6C34878D82A}">
                    <a16:rowId xmlns:a16="http://schemas.microsoft.com/office/drawing/2014/main" val="1000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6F6A"/>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5B0E8"/>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1C24"/>
                    </a:solidFill>
                  </a:tcPr>
                </a:tc>
                <a:extLst>
                  <a:ext uri="{0D108BD9-81ED-4DB2-BD59-A6C34878D82A}">
                    <a16:rowId xmlns:a16="http://schemas.microsoft.com/office/drawing/2014/main" val="1000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C4948"/>
                    </a:solidFill>
                  </a:tcPr>
                </a:tc>
                <a:extLst>
                  <a:ext uri="{0D108BD9-81ED-4DB2-BD59-A6C34878D82A}">
                    <a16:rowId xmlns:a16="http://schemas.microsoft.com/office/drawing/2014/main" val="1000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7A65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extLst>
                  <a:ext uri="{0D108BD9-81ED-4DB2-BD59-A6C34878D82A}">
                    <a16:rowId xmlns:a16="http://schemas.microsoft.com/office/drawing/2014/main" val="1000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9C8D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4A5B8"/>
                    </a:solidFill>
                  </a:tcPr>
                </a:tc>
                <a:extLst>
                  <a:ext uri="{0D108BD9-81ED-4DB2-BD59-A6C34878D82A}">
                    <a16:rowId xmlns:a16="http://schemas.microsoft.com/office/drawing/2014/main" val="1001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F4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5F2"/>
                    </a:solidFill>
                  </a:tcPr>
                </a:tc>
                <a:extLst>
                  <a:ext uri="{0D108BD9-81ED-4DB2-BD59-A6C34878D82A}">
                    <a16:rowId xmlns:a16="http://schemas.microsoft.com/office/drawing/2014/main" val="1001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D0A2"/>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CF0F2"/>
                    </a:solidFill>
                  </a:tcPr>
                </a:tc>
                <a:extLst>
                  <a:ext uri="{0D108BD9-81ED-4DB2-BD59-A6C34878D82A}">
                    <a16:rowId xmlns:a16="http://schemas.microsoft.com/office/drawing/2014/main" val="1001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1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E58C4"/>
                    </a:solidFill>
                  </a:tcPr>
                </a:tc>
                <a:extLst>
                  <a:ext uri="{0D108BD9-81ED-4DB2-BD59-A6C34878D82A}">
                    <a16:rowId xmlns:a16="http://schemas.microsoft.com/office/drawing/2014/main" val="1001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A8EF2"/>
                    </a:solidFill>
                  </a:tcPr>
                </a:tc>
                <a:extLst>
                  <a:ext uri="{0D108BD9-81ED-4DB2-BD59-A6C34878D82A}">
                    <a16:rowId xmlns:a16="http://schemas.microsoft.com/office/drawing/2014/main" val="1001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1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1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C99"/>
                    </a:solidFill>
                  </a:tcPr>
                </a:tc>
                <a:extLst>
                  <a:ext uri="{0D108BD9-81ED-4DB2-BD59-A6C34878D82A}">
                    <a16:rowId xmlns:a16="http://schemas.microsoft.com/office/drawing/2014/main" val="1002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F7F7F"/>
                    </a:solidFill>
                  </a:tcPr>
                </a:tc>
                <a:extLst>
                  <a:ext uri="{0D108BD9-81ED-4DB2-BD59-A6C34878D82A}">
                    <a16:rowId xmlns:a16="http://schemas.microsoft.com/office/drawing/2014/main" val="1002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2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2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2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2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227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6"/>
                  </a:ext>
                </a:extLst>
              </a:tr>
            </a:tbl>
          </a:graphicData>
        </a:graphic>
      </p:graphicFrame>
      <p:sp>
        <p:nvSpPr>
          <p:cNvPr id="7" name="标题 1"/>
          <p:cNvSpPr>
            <a:spLocks noGrp="1"/>
          </p:cNvSpPr>
          <p:nvPr>
            <p:ph type="title"/>
          </p:nvPr>
        </p:nvSpPr>
        <p:spPr>
          <a:xfrm>
            <a:off x="552974" y="405461"/>
            <a:ext cx="10707977" cy="576064"/>
          </a:xfrm>
          <a:prstGeom prst="rect">
            <a:avLst/>
          </a:prstGeom>
        </p:spPr>
        <p:txBody>
          <a:bodyPr anchor="ctr" anchorCtr="0"/>
          <a:lstStyle>
            <a:lvl1pPr algn="l">
              <a:defRPr sz="2798" baseline="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382002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4"/>
            <a:ext cx="10179584" cy="871739"/>
          </a:xfrm>
          <a:prstGeom prst="rect">
            <a:avLst/>
          </a:prstGeom>
        </p:spPr>
        <p:txBody>
          <a:bodyPr anchor="ctr">
            <a:normAutofit/>
          </a:bodyPr>
          <a:lstStyle>
            <a:lvl1pPr algn="l" defTabSz="1217790" rtl="0" fontAlgn="auto">
              <a:spcBef>
                <a:spcPct val="0"/>
              </a:spcBef>
              <a:spcAft>
                <a:spcPts val="0"/>
              </a:spcAft>
              <a:defRPr lang="zh-CN" altLang="en-US" sz="2798" b="1" kern="1200" dirty="0">
                <a:solidFill>
                  <a:srgbClr val="990000"/>
                </a:solidFill>
                <a:latin typeface="+mj-ea"/>
                <a:ea typeface="+mj-ea"/>
                <a:cs typeface="+mn-cs"/>
              </a:defRPr>
            </a:lvl1pPr>
          </a:lstStyle>
          <a:p>
            <a:r>
              <a:rPr lang="zh-CN" altLang="en-US" dirty="0"/>
              <a:t>单击此处编辑母版标题样式</a:t>
            </a:r>
          </a:p>
        </p:txBody>
      </p:sp>
    </p:spTree>
    <p:extLst>
      <p:ext uri="{BB962C8B-B14F-4D97-AF65-F5344CB8AC3E}">
        <p14:creationId xmlns:p14="http://schemas.microsoft.com/office/powerpoint/2010/main" val="50895928"/>
      </p:ext>
    </p:extLst>
  </p:cSld>
  <p:clrMapOvr>
    <a:masterClrMapping/>
  </p:clrMapOvr>
  <p:transition advClick="0" advTm="800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8"/>
              </a:lnSpc>
              <a:spcBef>
                <a:spcPts val="0"/>
              </a:spcBef>
              <a:buNone/>
              <a:defRPr sz="3198" baseline="0">
                <a:solidFill>
                  <a:schemeClr val="tx1"/>
                </a:solidFill>
                <a:latin typeface="Microsoft YaHei" panose="020B0503020204020204" pitchFamily="34" charset="-122"/>
                <a:ea typeface="Microsoft YaHei" panose="020B0503020204020204" pitchFamily="34" charset="-122"/>
              </a:defRPr>
            </a:lvl1pPr>
            <a:lvl2pPr marL="593484" indent="0" algn="ctr">
              <a:buNone/>
              <a:defRPr sz="2596"/>
            </a:lvl2pPr>
            <a:lvl3pPr marL="1186967" indent="0" algn="ctr">
              <a:buNone/>
              <a:defRPr sz="2336"/>
            </a:lvl3pPr>
            <a:lvl4pPr marL="1780452" indent="0" algn="ctr">
              <a:buNone/>
              <a:defRPr sz="2077"/>
            </a:lvl4pPr>
            <a:lvl5pPr marL="2373936" indent="0" algn="ctr">
              <a:buNone/>
              <a:defRPr sz="2077"/>
            </a:lvl5pPr>
            <a:lvl6pPr marL="2967419" indent="0" algn="ctr">
              <a:buNone/>
              <a:defRPr sz="2077"/>
            </a:lvl6pPr>
            <a:lvl7pPr marL="3560902" indent="0" algn="ctr">
              <a:buNone/>
              <a:defRPr sz="2077"/>
            </a:lvl7pPr>
            <a:lvl8pPr marL="4154387" indent="0" algn="ctr">
              <a:buNone/>
              <a:defRPr sz="2077"/>
            </a:lvl8pPr>
            <a:lvl9pPr marL="4747870"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814" y="1502337"/>
            <a:ext cx="10732159" cy="4691545"/>
          </a:xfrm>
          <a:prstGeom prst="rect">
            <a:avLst/>
          </a:prstGeom>
        </p:spPr>
        <p:txBody>
          <a:bodyPr lIns="0" tIns="0" rIns="0" bIns="0"/>
          <a:lstStyle>
            <a:lvl1pPr marL="12364" indent="0">
              <a:lnSpc>
                <a:spcPct val="100000"/>
              </a:lnSpc>
              <a:spcBef>
                <a:spcPts val="0"/>
              </a:spcBef>
              <a:buFontTx/>
              <a:buNone/>
              <a:tabLst>
                <a:tab pos="1207575"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482" indent="-171040">
              <a:buFont typeface="Arial" panose="020B0604020202020204" pitchFamily="34" charset="0"/>
              <a:buChar char="•"/>
              <a:tabLst>
                <a:tab pos="1207575" algn="ctr"/>
              </a:tabLst>
              <a:defRPr sz="1298" baseline="0"/>
            </a:lvl2pPr>
            <a:lvl3pPr marL="525482" indent="-171040">
              <a:buFont typeface="Arial" panose="020B0604020202020204" pitchFamily="34" charset="0"/>
              <a:buChar char="•"/>
              <a:tabLst>
                <a:tab pos="1207575" algn="ctr"/>
              </a:tabLst>
              <a:defRPr sz="1298" baseline="0"/>
            </a:lvl3pPr>
            <a:lvl4pPr marL="525482" indent="-171040">
              <a:buFont typeface="Arial" panose="020B0604020202020204" pitchFamily="34" charset="0"/>
              <a:buChar char="•"/>
              <a:tabLst>
                <a:tab pos="1207575" algn="ctr"/>
              </a:tabLst>
              <a:defRPr sz="1298" baseline="0"/>
            </a:lvl4pPr>
            <a:lvl5pPr marL="525482" indent="-171040">
              <a:buFont typeface="Arial" panose="020B0604020202020204" pitchFamily="34" charset="0"/>
              <a:buChar char="•"/>
              <a:tabLst>
                <a:tab pos="1207575" algn="ctr"/>
              </a:tabLst>
              <a:defRPr sz="1298"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127506763"/>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495237" y="456240"/>
            <a:ext cx="10973086" cy="993630"/>
          </a:xfrm>
          <a:prstGeom prst="rect">
            <a:avLst/>
          </a:prstGeom>
        </p:spPr>
        <p:txBody>
          <a:bodyPr lIns="0" tIns="0" rIns="0" bIns="0" anchor="t">
            <a:normAutofit/>
          </a:bodyPr>
          <a:lstStyle>
            <a:lvl1pPr marL="0" indent="0" algn="l">
              <a:lnSpc>
                <a:spcPts val="3427"/>
              </a:lnSpc>
              <a:spcBef>
                <a:spcPts val="0"/>
              </a:spcBef>
              <a:buNone/>
              <a:defRPr sz="2797" b="1" baseline="0">
                <a:solidFill>
                  <a:srgbClr val="C00000"/>
                </a:solidFill>
                <a:latin typeface="Microsoft YaHei" panose="020B0503020204020204" pitchFamily="34" charset="-122"/>
                <a:ea typeface="Microsoft YaHei" panose="020B0503020204020204" pitchFamily="34" charset="-122"/>
              </a:defRPr>
            </a:lvl1pPr>
            <a:lvl2pPr marL="593247" indent="0" algn="ctr">
              <a:buNone/>
              <a:defRPr sz="2595"/>
            </a:lvl2pPr>
            <a:lvl3pPr marL="1186492" indent="0" algn="ctr">
              <a:buNone/>
              <a:defRPr sz="2335"/>
            </a:lvl3pPr>
            <a:lvl4pPr marL="1779740" indent="0" algn="ctr">
              <a:buNone/>
              <a:defRPr sz="2076"/>
            </a:lvl4pPr>
            <a:lvl5pPr marL="2372986" indent="0" algn="ctr">
              <a:buNone/>
              <a:defRPr sz="2076"/>
            </a:lvl5pPr>
            <a:lvl6pPr marL="2966232" indent="0" algn="ctr">
              <a:buNone/>
              <a:defRPr sz="2076"/>
            </a:lvl6pPr>
            <a:lvl7pPr marL="3559478" indent="0" algn="ctr">
              <a:buNone/>
              <a:defRPr sz="2076"/>
            </a:lvl7pPr>
            <a:lvl8pPr marL="4152726" indent="0" algn="ctr">
              <a:buNone/>
              <a:defRPr sz="2076"/>
            </a:lvl8pPr>
            <a:lvl9pPr marL="4745971" indent="0" algn="ctr">
              <a:buNone/>
              <a:defRPr sz="2076"/>
            </a:lvl9pPr>
          </a:lstStyle>
          <a:p>
            <a:r>
              <a:rPr lang="zh-CN" altLang="en-US" dirty="0"/>
              <a:t>单击此处添加标题</a:t>
            </a:r>
            <a:endParaRPr lang="en-US" dirty="0"/>
          </a:p>
        </p:txBody>
      </p:sp>
    </p:spTree>
    <p:extLst>
      <p:ext uri="{BB962C8B-B14F-4D97-AF65-F5344CB8AC3E}">
        <p14:creationId xmlns:p14="http://schemas.microsoft.com/office/powerpoint/2010/main" val="1342804229"/>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1"/>
            <a:ext cx="10369550" cy="4968875"/>
          </a:xfrm>
          <a:prstGeom prst="rect">
            <a:avLst/>
          </a:prstGeom>
        </p:spPr>
        <p:txBody>
          <a:bodyPr/>
          <a:lstStyle>
            <a:lvl1pPr>
              <a:defRPr sz="1999">
                <a:solidFill>
                  <a:schemeClr val="tx1"/>
                </a:solidFill>
              </a:defRPr>
            </a:lvl1pPr>
            <a:lvl2pPr marL="990022" indent="-380778">
              <a:buFont typeface="Arial" panose="020B0604020202020204" pitchFamily="34" charset="0"/>
              <a:buChar char="□"/>
              <a:defRPr sz="1799">
                <a:solidFill>
                  <a:schemeClr val="tx1"/>
                </a:solidFill>
              </a:defRPr>
            </a:lvl2pPr>
            <a:lvl3pPr marL="1523111" indent="-304622">
              <a:buFont typeface="Courier New" panose="02070309020205020404" pitchFamily="49" charset="0"/>
              <a:buChar char="o"/>
              <a:defRPr sz="1399">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0568768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325516"/>
            <a:ext cx="10179583" cy="871739"/>
          </a:xfrm>
          <a:prstGeom prst="rect">
            <a:avLst/>
          </a:prstGeom>
        </p:spPr>
        <p:txBody>
          <a:bodyPr/>
          <a:lstStyle>
            <a:lvl1pPr>
              <a:defRPr/>
            </a:lvl1pPr>
          </a:lstStyle>
          <a:p>
            <a:r>
              <a:rPr lang="zh-CN" altLang="en-US" dirty="0"/>
              <a:t>单击此处编辑母版标题样式</a:t>
            </a:r>
          </a:p>
        </p:txBody>
      </p:sp>
      <p:sp>
        <p:nvSpPr>
          <p:cNvPr id="3" name="内容占位符 2"/>
          <p:cNvSpPr>
            <a:spLocks noGrp="1"/>
          </p:cNvSpPr>
          <p:nvPr>
            <p:ph idx="1"/>
          </p:nvPr>
        </p:nvSpPr>
        <p:spPr>
          <a:xfrm>
            <a:off x="1007797" y="1629155"/>
            <a:ext cx="10179583" cy="419514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977288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781" indent="0" algn="ctr">
              <a:buNone/>
              <a:defRPr sz="2598"/>
            </a:lvl2pPr>
            <a:lvl3pPr marL="1187560" indent="0" algn="ctr">
              <a:buNone/>
              <a:defRPr sz="2337"/>
            </a:lvl3pPr>
            <a:lvl4pPr marL="1781342" indent="0" algn="ctr">
              <a:buNone/>
              <a:defRPr sz="2078"/>
            </a:lvl4pPr>
            <a:lvl5pPr marL="2375123" indent="0" algn="ctr">
              <a:buNone/>
              <a:defRPr sz="2078"/>
            </a:lvl5pPr>
            <a:lvl6pPr marL="2968903" indent="0" algn="ctr">
              <a:buNone/>
              <a:defRPr sz="2078"/>
            </a:lvl6pPr>
            <a:lvl7pPr marL="3562683" indent="0" algn="ctr">
              <a:buNone/>
              <a:defRPr sz="2078"/>
            </a:lvl7pPr>
            <a:lvl8pPr marL="4156465" indent="0" algn="ctr">
              <a:buNone/>
              <a:defRPr sz="2078"/>
            </a:lvl8pPr>
            <a:lvl9pPr marL="4750245" indent="0" algn="ctr">
              <a:buNone/>
              <a:defRPr sz="2078"/>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5928" y="1513227"/>
            <a:ext cx="10732159" cy="4691545"/>
          </a:xfrm>
          <a:prstGeom prst="rect">
            <a:avLst/>
          </a:prstGeom>
        </p:spPr>
        <p:txBody>
          <a:bodyPr lIns="0" tIns="0" rIns="0" bIns="0"/>
          <a:lstStyle>
            <a:lvl1pPr marL="179352" marR="0" indent="-168242" algn="l" defTabSz="118756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847" algn="ctr"/>
              </a:tabLst>
              <a:defRPr sz="179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960" marR="0" indent="-168242" algn="l" defTabSz="1187560" rtl="0" eaLnBrk="1" fontAlgn="auto" latinLnBrk="0" hangingPunct="1">
              <a:lnSpc>
                <a:spcPct val="100000"/>
              </a:lnSpc>
              <a:spcBef>
                <a:spcPts val="0"/>
              </a:spcBef>
              <a:spcAft>
                <a:spcPts val="600"/>
              </a:spcAft>
              <a:buClr>
                <a:schemeClr val="tx1"/>
              </a:buClr>
              <a:buSzTx/>
              <a:buFont typeface=".AppleSystemUIFont"/>
              <a:buChar char="&gt;"/>
              <a:tabLst>
                <a:tab pos="1207847" algn="ctr"/>
              </a:tabLst>
              <a:defRPr sz="1599" baseline="0">
                <a:latin typeface="Microsoft YaHei" panose="020B0503020204020204" pitchFamily="34" charset="-122"/>
                <a:ea typeface="Microsoft YaHei" panose="020B0503020204020204" pitchFamily="34" charset="-122"/>
              </a:defRPr>
            </a:lvl2pPr>
            <a:lvl3pPr marL="1098356" marR="0" indent="-168242" algn="l" defTabSz="1187560" rtl="0" eaLnBrk="1" fontAlgn="auto" latinLnBrk="0" hangingPunct="1">
              <a:lnSpc>
                <a:spcPct val="100000"/>
              </a:lnSpc>
              <a:spcBef>
                <a:spcPts val="0"/>
              </a:spcBef>
              <a:spcAft>
                <a:spcPts val="600"/>
              </a:spcAft>
              <a:buClr>
                <a:schemeClr val="tx1"/>
              </a:buClr>
              <a:buSzTx/>
              <a:buFont typeface=".AppleSystemUIFont"/>
              <a:buChar char="-"/>
              <a:tabLst>
                <a:tab pos="1207847" algn="ctr"/>
              </a:tabLst>
              <a:defRPr sz="1298" baseline="0">
                <a:latin typeface="Microsoft YaHei" panose="020B0503020204020204" pitchFamily="34" charset="-122"/>
                <a:ea typeface="Microsoft YaHei" panose="020B0503020204020204" pitchFamily="34" charset="-122"/>
              </a:defRPr>
            </a:lvl3pPr>
            <a:lvl4pPr marL="525745" indent="-171125">
              <a:buFont typeface="Arial" panose="020B0604020202020204" pitchFamily="34" charset="0"/>
              <a:buChar char="•"/>
              <a:tabLst>
                <a:tab pos="1208179" algn="ctr"/>
              </a:tabLst>
              <a:defRPr sz="1298" baseline="0"/>
            </a:lvl4pPr>
            <a:lvl5pPr marL="525745" indent="-171125">
              <a:buFont typeface="Arial" panose="020B0604020202020204" pitchFamily="34" charset="0"/>
              <a:buChar char="•"/>
              <a:tabLst>
                <a:tab pos="1208179" algn="ctr"/>
              </a:tabLst>
              <a:defRPr sz="1298" baseline="0"/>
            </a:lvl5pPr>
          </a:lstStyle>
          <a:p>
            <a:pPr lvl="0"/>
            <a:r>
              <a:rPr lang="zh-CN" altLang="en-US" dirty="0"/>
              <a:t>单击此处添加文本</a:t>
            </a:r>
            <a:endParaRPr lang="en-US" dirty="0"/>
          </a:p>
          <a:p>
            <a:pPr marL="328960" marR="0" lvl="1" indent="-168242" algn="l" defTabSz="118756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847" algn="ctr"/>
              </a:tabLst>
              <a:defRPr/>
            </a:pPr>
            <a:r>
              <a:rPr lang="zh-CN" altLang="en-US" dirty="0"/>
              <a:t>单击此处添加文本</a:t>
            </a:r>
            <a:endParaRPr lang="en-US" dirty="0"/>
          </a:p>
          <a:p>
            <a:pPr marL="1098356" marR="0" lvl="2" indent="-168242" algn="l" defTabSz="118756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847" algn="ctr"/>
              </a:tabLst>
              <a:defRPr/>
            </a:pPr>
            <a:r>
              <a:rPr lang="zh-CN" altLang="en-US" dirty="0"/>
              <a:t>单击此处添加文本</a:t>
            </a:r>
            <a:endParaRPr lang="en-US" dirty="0"/>
          </a:p>
          <a:p>
            <a:pPr marL="1098356" marR="0" lvl="2" indent="-168242" algn="l" defTabSz="118756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847" algn="ctr"/>
              </a:tabLst>
              <a:defRPr/>
            </a:pPr>
            <a:endParaRPr lang="en-US" altLang="zh-CN" dirty="0"/>
          </a:p>
        </p:txBody>
      </p:sp>
    </p:spTree>
    <p:extLst>
      <p:ext uri="{BB962C8B-B14F-4D97-AF65-F5344CB8AC3E}">
        <p14:creationId xmlns:p14="http://schemas.microsoft.com/office/powerpoint/2010/main" val="3933345958"/>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486" y="1843516"/>
            <a:ext cx="10120742" cy="3014423"/>
          </a:xfrm>
          <a:prstGeom prst="rect">
            <a:avLst/>
          </a:prstGeom>
        </p:spPr>
        <p:txBody>
          <a:bodyPr tIns="90000" bIns="90000"/>
          <a:lstStyle>
            <a:lvl1pPr marL="412668" indent="-398384">
              <a:lnSpc>
                <a:spcPct val="70000"/>
              </a:lnSpc>
              <a:buFont typeface="+mj-lt"/>
              <a:buAutoNum type="arabicPeriod"/>
              <a:tabLst/>
              <a:defRPr sz="2199">
                <a:solidFill>
                  <a:schemeClr val="tx1"/>
                </a:solidFill>
                <a:latin typeface="Microsoft YaHei" panose="020B0503020204020204" pitchFamily="34" charset="-122"/>
                <a:ea typeface="Microsoft YaHei" panose="020B0503020204020204" pitchFamily="34" charset="-122"/>
              </a:defRPr>
            </a:lvl1pPr>
            <a:lvl2pPr marL="412668" indent="-398384">
              <a:buFont typeface="+mj-lt"/>
              <a:buAutoNum type="arabicPeriod"/>
              <a:tabLst/>
              <a:defRPr/>
            </a:lvl2pPr>
            <a:lvl3pPr marL="14284" indent="0">
              <a:buFont typeface="+mj-lt"/>
              <a:buNone/>
              <a:tabLst/>
              <a:defRPr sz="2199">
                <a:latin typeface="Microsoft YaHei" panose="020B0503020204020204" pitchFamily="34" charset="-122"/>
                <a:ea typeface="Microsoft YaHei" panose="020B0503020204020204" pitchFamily="34" charset="-122"/>
              </a:defRPr>
            </a:lvl3pPr>
            <a:lvl4pPr marL="14284" indent="0">
              <a:buFont typeface="+mj-lt"/>
              <a:buNone/>
              <a:tabLst/>
              <a:defRPr sz="2199">
                <a:latin typeface="Microsoft YaHei" panose="020B0503020204020204" pitchFamily="34" charset="-122"/>
                <a:ea typeface="Microsoft YaHei" panose="020B0503020204020204" pitchFamily="34" charset="-122"/>
              </a:defRPr>
            </a:lvl4pPr>
            <a:lvl5pPr marL="14284" indent="0">
              <a:buFont typeface="+mj-lt"/>
              <a:buNone/>
              <a:tabLst/>
              <a:defRPr sz="2199">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784" y="1349567"/>
            <a:ext cx="885852"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798" y="630521"/>
            <a:ext cx="1147336" cy="653660"/>
          </a:xfrm>
          <a:prstGeom prst="rect">
            <a:avLst/>
          </a:prstGeom>
          <a:noFill/>
        </p:spPr>
        <p:txBody>
          <a:bodyPr wrap="none" rtlCol="0">
            <a:spAutoFit/>
          </a:bodyPr>
          <a:lstStyle/>
          <a:p>
            <a:pPr defTabSz="914295"/>
            <a:r>
              <a:rPr kumimoji="1" lang="zh-CN" altLang="en-US" sz="3600" dirty="0">
                <a:solidFill>
                  <a:srgbClr val="1D1D1A"/>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22713125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两栏内容">
    <p:spTree>
      <p:nvGrpSpPr>
        <p:cNvPr id="1" name=""/>
        <p:cNvGrpSpPr/>
        <p:nvPr/>
      </p:nvGrpSpPr>
      <p:grpSpPr>
        <a:xfrm>
          <a:off x="0" y="0"/>
          <a:ext cx="0" cy="0"/>
          <a:chOff x="0" y="0"/>
          <a:chExt cx="0" cy="0"/>
        </a:xfrm>
      </p:grpSpPr>
      <p:sp>
        <p:nvSpPr>
          <p:cNvPr id="8" name="Titel 1"/>
          <p:cNvSpPr>
            <a:spLocks noGrp="1"/>
          </p:cNvSpPr>
          <p:nvPr>
            <p:ph type="title"/>
          </p:nvPr>
        </p:nvSpPr>
        <p:spPr>
          <a:xfrm>
            <a:off x="342928" y="266755"/>
            <a:ext cx="11507124" cy="533510"/>
          </a:xfrm>
          <a:prstGeom prst="rect">
            <a:avLst/>
          </a:prstGeom>
        </p:spPr>
        <p:txBody>
          <a:bodyPr/>
          <a:lstStyle>
            <a:lvl1pPr marL="0" indent="0">
              <a:defRPr/>
            </a:lvl1pPr>
          </a:lstStyle>
          <a:p>
            <a:r>
              <a:rPr lang="en-US" dirty="0"/>
              <a:t>Click to edit Master title style</a:t>
            </a:r>
          </a:p>
        </p:txBody>
      </p:sp>
    </p:spTree>
    <p:extLst>
      <p:ext uri="{BB962C8B-B14F-4D97-AF65-F5344CB8AC3E}">
        <p14:creationId xmlns:p14="http://schemas.microsoft.com/office/powerpoint/2010/main" val="35833963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500866" y="273318"/>
            <a:ext cx="11241681" cy="641294"/>
          </a:xfrm>
          <a:prstGeom prst="rect">
            <a:avLst/>
          </a:prstGeom>
        </p:spPr>
        <p:txBody>
          <a:bodyPr lIns="0" tIns="0" rIns="0" bIns="0" anchor="t">
            <a:normAutofit/>
          </a:bodyPr>
          <a:lstStyle>
            <a:lvl1pPr marL="0" indent="0" algn="l">
              <a:lnSpc>
                <a:spcPct val="100000"/>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500866" y="1185022"/>
            <a:ext cx="11241681" cy="5042294"/>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3255857884"/>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2"/>
            <a:ext cx="10369550" cy="4968875"/>
          </a:xfrm>
          <a:prstGeom prst="rect">
            <a:avLst/>
          </a:prstGeom>
        </p:spPr>
        <p:txBody>
          <a:bodyPr/>
          <a:lstStyle>
            <a:lvl1pPr>
              <a:defRPr sz="1998">
                <a:solidFill>
                  <a:schemeClr val="tx1"/>
                </a:solidFill>
              </a:defRPr>
            </a:lvl1pPr>
            <a:lvl2pPr marL="989923" indent="-380740">
              <a:buFont typeface="Arial" panose="020B0604020202020204" pitchFamily="34" charset="0"/>
              <a:buChar char="□"/>
              <a:defRPr sz="1798">
                <a:solidFill>
                  <a:schemeClr val="tx1"/>
                </a:solidFill>
              </a:defRPr>
            </a:lvl2pPr>
            <a:lvl3pPr marL="1522959" indent="-304591">
              <a:buFont typeface="Courier New" panose="02070309020205020404" pitchFamily="49" charset="0"/>
              <a:buChar char="o"/>
              <a:defRPr sz="1398">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39848381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544" indent="0" algn="ctr">
              <a:buNone/>
              <a:defRPr sz="2597"/>
            </a:lvl2pPr>
            <a:lvl3pPr marL="1187085" indent="0" algn="ctr">
              <a:buNone/>
              <a:defRPr sz="2336"/>
            </a:lvl3pPr>
            <a:lvl4pPr marL="1780630" indent="0" algn="ctr">
              <a:buNone/>
              <a:defRPr sz="2077"/>
            </a:lvl4pPr>
            <a:lvl5pPr marL="2374173" indent="0" algn="ctr">
              <a:buNone/>
              <a:defRPr sz="2077"/>
            </a:lvl5pPr>
            <a:lvl6pPr marL="2967715" indent="0" algn="ctr">
              <a:buNone/>
              <a:defRPr sz="2077"/>
            </a:lvl6pPr>
            <a:lvl7pPr marL="3561258" indent="0" algn="ctr">
              <a:buNone/>
              <a:defRPr sz="2077"/>
            </a:lvl7pPr>
            <a:lvl8pPr marL="4154803" indent="0" algn="ctr">
              <a:buNone/>
              <a:defRPr sz="2077"/>
            </a:lvl8pPr>
            <a:lvl9pPr marL="4748344" indent="0" algn="ctr">
              <a:buNone/>
              <a:defRPr sz="2077"/>
            </a:lvl9pPr>
          </a:lstStyle>
          <a:p>
            <a:r>
              <a:rPr lang="en-US" dirty="0"/>
              <a:t>Click to edit Master title style</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25930" y="1502337"/>
            <a:ext cx="10732159" cy="4691545"/>
          </a:xfrm>
          <a:prstGeom prst="rect">
            <a:avLst/>
          </a:prstGeom>
        </p:spPr>
        <p:txBody>
          <a:bodyPr lIns="0" tIns="0" rIns="0" bIns="0"/>
          <a:lstStyle>
            <a:lvl1pPr marL="12365" indent="0">
              <a:lnSpc>
                <a:spcPct val="100000"/>
              </a:lnSpc>
              <a:spcBef>
                <a:spcPts val="0"/>
              </a:spcBef>
              <a:buFontTx/>
              <a:buNone/>
              <a:tabLst>
                <a:tab pos="1207695" algn="ctr"/>
              </a:tabLst>
              <a:defRPr sz="1798"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25535" indent="-171057">
              <a:buFont typeface="Arial" panose="020B0604020202020204" pitchFamily="34" charset="0"/>
              <a:buChar char="•"/>
              <a:tabLst>
                <a:tab pos="1207695" algn="ctr"/>
              </a:tabLst>
              <a:defRPr sz="1297" baseline="0"/>
            </a:lvl2pPr>
            <a:lvl3pPr marL="525535" indent="-171057">
              <a:buFont typeface="Arial" panose="020B0604020202020204" pitchFamily="34" charset="0"/>
              <a:buChar char="•"/>
              <a:tabLst>
                <a:tab pos="1207695" algn="ctr"/>
              </a:tabLst>
              <a:defRPr sz="1297" baseline="0"/>
            </a:lvl3pPr>
            <a:lvl4pPr marL="525535" indent="-171057">
              <a:buFont typeface="Arial" panose="020B0604020202020204" pitchFamily="34" charset="0"/>
              <a:buChar char="•"/>
              <a:tabLst>
                <a:tab pos="1207695" algn="ctr"/>
              </a:tabLst>
              <a:defRPr sz="1297" baseline="0"/>
            </a:lvl4pPr>
            <a:lvl5pPr marL="525535" indent="-171057">
              <a:buFont typeface="Arial" panose="020B0604020202020204" pitchFamily="34" charset="0"/>
              <a:buChar char="•"/>
              <a:tabLst>
                <a:tab pos="1207695" algn="ctr"/>
              </a:tabLst>
              <a:defRPr sz="1297" baseline="0"/>
            </a:lvl5pPr>
          </a:lstStyle>
          <a:p>
            <a:pPr lvl="0"/>
            <a:r>
              <a:rPr lang="en-US" dirty="0"/>
              <a:t>Click to edit Master text style</a:t>
            </a:r>
          </a:p>
        </p:txBody>
      </p:sp>
    </p:spTree>
    <p:extLst>
      <p:ext uri="{BB962C8B-B14F-4D97-AF65-F5344CB8AC3E}">
        <p14:creationId xmlns:p14="http://schemas.microsoft.com/office/powerpoint/2010/main" val="2220428491"/>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0757" y="224493"/>
            <a:ext cx="12074418" cy="504173"/>
          </a:xfrm>
          <a:prstGeom prst="rect">
            <a:avLst/>
          </a:prstGeom>
        </p:spPr>
        <p:txBody>
          <a:bodyPr/>
          <a:lstStyle>
            <a:lvl1pPr>
              <a:defRPr lang="zh-CN" altLang="en-US" sz="2798" b="1" baseline="0" dirty="0">
                <a:solidFill>
                  <a:srgbClr val="C00000"/>
                </a:solidFill>
                <a:latin typeface="微软雅黑" pitchFamily="34" charset="-122"/>
                <a:ea typeface="微软雅黑" pitchFamily="34" charset="-122"/>
                <a:cs typeface="+mj-cs"/>
              </a:defRPr>
            </a:lvl1pPr>
          </a:lstStyle>
          <a:p>
            <a:r>
              <a:rPr lang="zh-CN" altLang="en-US" dirty="0"/>
              <a:t>单击此处编辑母版标题样式</a:t>
            </a:r>
          </a:p>
        </p:txBody>
      </p:sp>
      <p:sp>
        <p:nvSpPr>
          <p:cNvPr id="7" name="内容占位符 2"/>
          <p:cNvSpPr>
            <a:spLocks noGrp="1"/>
          </p:cNvSpPr>
          <p:nvPr>
            <p:ph idx="1"/>
          </p:nvPr>
        </p:nvSpPr>
        <p:spPr>
          <a:xfrm>
            <a:off x="128644"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
        <p:nvSpPr>
          <p:cNvPr id="8" name="内容占位符 2"/>
          <p:cNvSpPr>
            <a:spLocks noGrp="1"/>
          </p:cNvSpPr>
          <p:nvPr>
            <p:ph idx="10"/>
          </p:nvPr>
        </p:nvSpPr>
        <p:spPr>
          <a:xfrm>
            <a:off x="6137456" y="836906"/>
            <a:ext cx="5936800" cy="5329826"/>
          </a:xfrm>
          <a:prstGeom prst="rect">
            <a:avLst/>
          </a:prstGeom>
        </p:spPr>
        <p:txBody>
          <a:bodyPr/>
          <a:lstStyle>
            <a:lvl1pPr marL="180813" indent="-180813">
              <a:defRPr sz="1598">
                <a:latin typeface="微软雅黑" pitchFamily="34" charset="-122"/>
                <a:ea typeface="微软雅黑" pitchFamily="34" charset="-122"/>
              </a:defRPr>
            </a:lvl1pPr>
            <a:lvl2pPr>
              <a:defRPr sz="1398">
                <a:latin typeface="微软雅黑" pitchFamily="34" charset="-122"/>
                <a:ea typeface="微软雅黑" pitchFamily="34" charset="-122"/>
              </a:defRPr>
            </a:lvl2pPr>
            <a:lvl3pPr>
              <a:defRPr sz="1398">
                <a:latin typeface="微软雅黑" pitchFamily="34" charset="-122"/>
                <a:ea typeface="微软雅黑" pitchFamily="34" charset="-122"/>
              </a:defRPr>
            </a:lvl3pPr>
            <a:lvl4pPr>
              <a:defRPr sz="1398">
                <a:latin typeface="微软雅黑" pitchFamily="34" charset="-122"/>
                <a:ea typeface="微软雅黑" pitchFamily="34" charset="-122"/>
              </a:defRPr>
            </a:lvl4pPr>
            <a:lvl5pPr>
              <a:defRPr sz="1398">
                <a:latin typeface="微软雅黑" pitchFamily="34" charset="-122"/>
                <a:ea typeface="微软雅黑"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11225425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2"/>
            <a:ext cx="10739242" cy="491331"/>
          </a:xfrm>
          <a:prstGeom prst="rect">
            <a:avLst/>
          </a:prstGeom>
        </p:spPr>
        <p:txBody>
          <a:bodyPr lIns="0" tIns="0" rIns="0" bIns="0" anchor="t">
            <a:normAutofit/>
          </a:bodyPr>
          <a:lstStyle>
            <a:lvl1pPr marL="0" indent="0" algn="l">
              <a:lnSpc>
                <a:spcPts val="3429"/>
              </a:lnSpc>
              <a:spcBef>
                <a:spcPts val="0"/>
              </a:spcBef>
              <a:buNone/>
              <a:defRPr sz="3199" baseline="0">
                <a:solidFill>
                  <a:schemeClr val="tx1">
                    <a:lumMod val="65000"/>
                    <a:lumOff val="35000"/>
                  </a:schemeClr>
                </a:solidFill>
                <a:latin typeface="+mj-lt"/>
                <a:ea typeface="Microsoft YaHei" panose="020B0503020204020204" pitchFamily="34" charset="-122"/>
                <a:cs typeface="Arial" panose="020B0604020202020204" pitchFamily="34" charset="0"/>
              </a:defRPr>
            </a:lvl1pPr>
            <a:lvl2pPr marL="593603" indent="0" algn="ctr">
              <a:buNone/>
              <a:defRPr sz="2597"/>
            </a:lvl2pPr>
            <a:lvl3pPr marL="1187204" indent="0" algn="ctr">
              <a:buNone/>
              <a:defRPr sz="2337"/>
            </a:lvl3pPr>
            <a:lvl4pPr marL="1780808" indent="0" algn="ctr">
              <a:buNone/>
              <a:defRPr sz="2078"/>
            </a:lvl4pPr>
            <a:lvl5pPr marL="2374411" indent="0" algn="ctr">
              <a:buNone/>
              <a:defRPr sz="2078"/>
            </a:lvl5pPr>
            <a:lvl6pPr marL="2968012" indent="0" algn="ctr">
              <a:buNone/>
              <a:defRPr sz="2078"/>
            </a:lvl6pPr>
            <a:lvl7pPr marL="3561615" indent="0" algn="ctr">
              <a:buNone/>
              <a:defRPr sz="2078"/>
            </a:lvl7pPr>
            <a:lvl8pPr marL="4155218" indent="0" algn="ctr">
              <a:buNone/>
              <a:defRPr sz="2078"/>
            </a:lvl8pPr>
            <a:lvl9pPr marL="4748820" indent="0" algn="ctr">
              <a:buNone/>
              <a:defRPr sz="2078"/>
            </a:lvl9pPr>
          </a:lstStyle>
          <a:p>
            <a:r>
              <a:rPr lang="en-US" dirty="0"/>
              <a:t>Click to edit Master title style</a:t>
            </a:r>
          </a:p>
        </p:txBody>
      </p:sp>
    </p:spTree>
    <p:extLst>
      <p:ext uri="{BB962C8B-B14F-4D97-AF65-F5344CB8AC3E}">
        <p14:creationId xmlns:p14="http://schemas.microsoft.com/office/powerpoint/2010/main" val="1673038739"/>
      </p:ext>
    </p:extLst>
  </p:cSld>
  <p:clrMapOvr>
    <a:masterClrMapping/>
  </p:clrMapOvr>
  <p:extLst>
    <p:ext uri="{DCECCB84-F9BA-43D5-87BE-67443E8EF086}">
      <p15:sldGuideLst xmlns:p15="http://schemas.microsoft.com/office/powerpoint/2012/main">
        <p15:guide id="1" pos="384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10" name="标题 9"/>
          <p:cNvSpPr>
            <a:spLocks noGrp="1"/>
          </p:cNvSpPr>
          <p:nvPr>
            <p:ph type="title"/>
          </p:nvPr>
        </p:nvSpPr>
        <p:spPr>
          <a:xfrm>
            <a:off x="336949" y="-26590"/>
            <a:ext cx="7494439" cy="477466"/>
          </a:xfrm>
          <a:prstGeom prst="rect">
            <a:avLst/>
          </a:prstGeom>
        </p:spPr>
        <p:txBody>
          <a:bodyPr/>
          <a:lstStyle>
            <a:lvl1pPr algn="l">
              <a:defRPr sz="2798" b="1">
                <a:solidFill>
                  <a:srgbClr val="C00000"/>
                </a:solidFill>
                <a:latin typeface="+mj-lt"/>
              </a:defRPr>
            </a:lvl1pPr>
          </a:lstStyle>
          <a:p>
            <a:r>
              <a:rPr lang="zh-CN" altLang="en-US" dirty="0"/>
              <a:t>单击此处编辑母版标题样式</a:t>
            </a:r>
            <a:endParaRPr lang="en-US" dirty="0"/>
          </a:p>
        </p:txBody>
      </p:sp>
      <p:sp>
        <p:nvSpPr>
          <p:cNvPr id="14" name="内容占位符 13"/>
          <p:cNvSpPr>
            <a:spLocks noGrp="1"/>
          </p:cNvSpPr>
          <p:nvPr>
            <p:ph sz="quarter" idx="10"/>
          </p:nvPr>
        </p:nvSpPr>
        <p:spPr>
          <a:xfrm>
            <a:off x="336550" y="693741"/>
            <a:ext cx="10369550" cy="4968875"/>
          </a:xfrm>
          <a:prstGeom prst="rect">
            <a:avLst/>
          </a:prstGeom>
        </p:spPr>
        <p:txBody>
          <a:bodyPr/>
          <a:lstStyle>
            <a:lvl1pPr>
              <a:defRPr sz="1999">
                <a:solidFill>
                  <a:schemeClr val="tx1"/>
                </a:solidFill>
              </a:defRPr>
            </a:lvl1pPr>
            <a:lvl2pPr marL="990022" indent="-380778">
              <a:buFont typeface="Arial" panose="020B0604020202020204" pitchFamily="34" charset="0"/>
              <a:buChar char="□"/>
              <a:defRPr sz="1799">
                <a:solidFill>
                  <a:schemeClr val="tx1"/>
                </a:solidFill>
              </a:defRPr>
            </a:lvl2pPr>
            <a:lvl3pPr marL="1523111" indent="-304622">
              <a:buFont typeface="Courier New" panose="02070309020205020404" pitchFamily="49" charset="0"/>
              <a:buChar char="o"/>
              <a:defRPr sz="1399">
                <a:solidFill>
                  <a:schemeClr val="tx1"/>
                </a:solidFill>
              </a:defRPr>
            </a:lvl3pPr>
            <a:lvl4pPr>
              <a:defRPr sz="1200">
                <a:solidFill>
                  <a:schemeClr val="tx1"/>
                </a:solidFill>
              </a:defRPr>
            </a:lvl4pPr>
            <a:lvl5pPr>
              <a:defRPr sz="1200">
                <a:solidFill>
                  <a:schemeClr val="tx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37738687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485" y="1843517"/>
            <a:ext cx="10120742" cy="3014423"/>
          </a:xfrm>
          <a:prstGeom prst="rect">
            <a:avLst/>
          </a:prstGeom>
        </p:spPr>
        <p:txBody>
          <a:bodyPr tIns="90000" bIns="90000"/>
          <a:lstStyle>
            <a:lvl1pPr marL="412544" indent="-398264">
              <a:lnSpc>
                <a:spcPct val="70000"/>
              </a:lnSpc>
              <a:buFont typeface="+mj-lt"/>
              <a:buAutoNum type="arabicPeriod"/>
              <a:tabLst/>
              <a:defRPr sz="2199">
                <a:solidFill>
                  <a:schemeClr val="tx1"/>
                </a:solidFill>
                <a:latin typeface="Microsoft YaHei" panose="020B0503020204020204" pitchFamily="34" charset="-122"/>
                <a:ea typeface="Microsoft YaHei" panose="020B0503020204020204" pitchFamily="34" charset="-122"/>
              </a:defRPr>
            </a:lvl1pPr>
            <a:lvl2pPr marL="412544" indent="-398264">
              <a:buFont typeface="+mj-lt"/>
              <a:buAutoNum type="arabicPeriod"/>
              <a:tabLst/>
              <a:defRPr/>
            </a:lvl2pPr>
            <a:lvl3pPr marL="14280" indent="0">
              <a:buFont typeface="+mj-lt"/>
              <a:buNone/>
              <a:tabLst/>
              <a:defRPr sz="2199">
                <a:latin typeface="Microsoft YaHei" panose="020B0503020204020204" pitchFamily="34" charset="-122"/>
                <a:ea typeface="Microsoft YaHei" panose="020B0503020204020204" pitchFamily="34" charset="-122"/>
              </a:defRPr>
            </a:lvl3pPr>
            <a:lvl4pPr marL="14280" indent="0">
              <a:buFont typeface="+mj-lt"/>
              <a:buNone/>
              <a:tabLst/>
              <a:defRPr sz="2199">
                <a:latin typeface="Microsoft YaHei" panose="020B0503020204020204" pitchFamily="34" charset="-122"/>
                <a:ea typeface="Microsoft YaHei" panose="020B0503020204020204" pitchFamily="34" charset="-122"/>
              </a:defRPr>
            </a:lvl4pPr>
            <a:lvl5pPr marL="14280" indent="0">
              <a:buFont typeface="+mj-lt"/>
              <a:buNone/>
              <a:tabLst/>
              <a:defRPr sz="2199">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785" y="1349567"/>
            <a:ext cx="885852"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798" y="630522"/>
            <a:ext cx="1147336" cy="653660"/>
          </a:xfrm>
          <a:prstGeom prst="rect">
            <a:avLst/>
          </a:prstGeom>
          <a:noFill/>
        </p:spPr>
        <p:txBody>
          <a:bodyPr wrap="none" rtlCol="0">
            <a:spAutoFit/>
          </a:bodyPr>
          <a:lstStyle/>
          <a:p>
            <a:pPr defTabSz="914021"/>
            <a:r>
              <a:rPr kumimoji="1" lang="zh-CN" altLang="en-US" sz="3599" dirty="0">
                <a:solidFill>
                  <a:srgbClr val="1D1D1A"/>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9593587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16073" y="260416"/>
            <a:ext cx="11163030" cy="539874"/>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516073" y="908265"/>
            <a:ext cx="11163030" cy="5401926"/>
          </a:xfrm>
          <a:prstGeom prst="rect">
            <a:avLst/>
          </a:prstGeom>
        </p:spPr>
        <p:txBody>
          <a:bodyPr/>
          <a:lstStyle>
            <a:lvl1pPr marL="215914" indent="-215914">
              <a:buSzPct val="100000"/>
              <a:buFont typeface="Wingdings" panose="05000000000000000000" pitchFamily="2" charset="2"/>
              <a:buChar char="§"/>
              <a:defRPr/>
            </a:lvl1pPr>
          </a:lstStyle>
          <a:p>
            <a:pPr lvl="0"/>
            <a:r>
              <a:rPr lang="zh-CN" altLang="en-US"/>
              <a:t>单击此处编辑母版文本样式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32540318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graphicFrame>
        <p:nvGraphicFramePr>
          <p:cNvPr id="16" name="表格 15"/>
          <p:cNvGraphicFramePr>
            <a:graphicFrameLocks noGrp="1"/>
          </p:cNvGraphicFramePr>
          <p:nvPr userDrawn="1"/>
        </p:nvGraphicFramePr>
        <p:xfrm>
          <a:off x="12306887" y="9334"/>
          <a:ext cx="416560" cy="57614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0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FA1B4"/>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5E4F1"/>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3333"/>
                    </a:solidFill>
                  </a:tcPr>
                </a:tc>
                <a:extLst>
                  <a:ext uri="{0D108BD9-81ED-4DB2-BD59-A6C34878D82A}">
                    <a16:rowId xmlns:a16="http://schemas.microsoft.com/office/drawing/2014/main" val="1000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EF0"/>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9999"/>
                    </a:solidFill>
                  </a:tcPr>
                </a:tc>
                <a:extLst>
                  <a:ext uri="{0D108BD9-81ED-4DB2-BD59-A6C34878D82A}">
                    <a16:rowId xmlns:a16="http://schemas.microsoft.com/office/drawing/2014/main" val="1000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CCC"/>
                    </a:solidFill>
                  </a:tcPr>
                </a:tc>
                <a:extLst>
                  <a:ext uri="{0D108BD9-81ED-4DB2-BD59-A6C34878D82A}">
                    <a16:rowId xmlns:a16="http://schemas.microsoft.com/office/drawing/2014/main" val="1000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6F6A"/>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5B0E8"/>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1C24"/>
                    </a:solidFill>
                  </a:tcPr>
                </a:tc>
                <a:extLst>
                  <a:ext uri="{0D108BD9-81ED-4DB2-BD59-A6C34878D82A}">
                    <a16:rowId xmlns:a16="http://schemas.microsoft.com/office/drawing/2014/main" val="1000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C4948"/>
                    </a:solidFill>
                  </a:tcPr>
                </a:tc>
                <a:extLst>
                  <a:ext uri="{0D108BD9-81ED-4DB2-BD59-A6C34878D82A}">
                    <a16:rowId xmlns:a16="http://schemas.microsoft.com/office/drawing/2014/main" val="1000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7A65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15463"/>
                    </a:solidFill>
                  </a:tcPr>
                </a:tc>
                <a:extLst>
                  <a:ext uri="{0D108BD9-81ED-4DB2-BD59-A6C34878D82A}">
                    <a16:rowId xmlns:a16="http://schemas.microsoft.com/office/drawing/2014/main" val="1000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9C8D5"/>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4A5B8"/>
                    </a:solidFill>
                  </a:tcPr>
                </a:tc>
                <a:extLst>
                  <a:ext uri="{0D108BD9-81ED-4DB2-BD59-A6C34878D82A}">
                    <a16:rowId xmlns:a16="http://schemas.microsoft.com/office/drawing/2014/main" val="1001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F4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6E5F2"/>
                    </a:solidFill>
                  </a:tcPr>
                </a:tc>
                <a:extLst>
                  <a:ext uri="{0D108BD9-81ED-4DB2-BD59-A6C34878D82A}">
                    <a16:rowId xmlns:a16="http://schemas.microsoft.com/office/drawing/2014/main" val="1001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4D0A2"/>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CF0F2"/>
                    </a:solidFill>
                  </a:tcPr>
                </a:tc>
                <a:extLst>
                  <a:ext uri="{0D108BD9-81ED-4DB2-BD59-A6C34878D82A}">
                    <a16:rowId xmlns:a16="http://schemas.microsoft.com/office/drawing/2014/main" val="1001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1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E58C4"/>
                    </a:solidFill>
                  </a:tcPr>
                </a:tc>
                <a:extLst>
                  <a:ext uri="{0D108BD9-81ED-4DB2-BD59-A6C34878D82A}">
                    <a16:rowId xmlns:a16="http://schemas.microsoft.com/office/drawing/2014/main" val="1001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A8EF2"/>
                    </a:solidFill>
                  </a:tcPr>
                </a:tc>
                <a:extLst>
                  <a:ext uri="{0D108BD9-81ED-4DB2-BD59-A6C34878D82A}">
                    <a16:rowId xmlns:a16="http://schemas.microsoft.com/office/drawing/2014/main" val="10016"/>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17"/>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18"/>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19"/>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C99"/>
                    </a:solidFill>
                  </a:tcPr>
                </a:tc>
                <a:extLst>
                  <a:ext uri="{0D108BD9-81ED-4DB2-BD59-A6C34878D82A}">
                    <a16:rowId xmlns:a16="http://schemas.microsoft.com/office/drawing/2014/main" val="10020"/>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7F7F7F"/>
                    </a:solidFill>
                  </a:tcPr>
                </a:tc>
                <a:extLst>
                  <a:ext uri="{0D108BD9-81ED-4DB2-BD59-A6C34878D82A}">
                    <a16:rowId xmlns:a16="http://schemas.microsoft.com/office/drawing/2014/main" val="10021"/>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22"/>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23"/>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24"/>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90000"/>
                    </a:solidFill>
                  </a:tcPr>
                </a:tc>
                <a:extLst>
                  <a:ext uri="{0D108BD9-81ED-4DB2-BD59-A6C34878D82A}">
                    <a16:rowId xmlns:a16="http://schemas.microsoft.com/office/drawing/2014/main" val="10025"/>
                  </a:ext>
                </a:extLst>
              </a:tr>
              <a:tr h="213387">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227FF"/>
                    </a:solidFill>
                  </a:tcPr>
                </a:tc>
                <a:tc>
                  <a:txBody>
                    <a:bodyPr/>
                    <a:lstStyle/>
                    <a:p>
                      <a:endParaRPr lang="en-US" sz="800" b="0" i="0" baseline="0" dirty="0">
                        <a:latin typeface="Century Gothic" panose="020B0502020202020204" pitchFamily="34" charset="0"/>
                        <a:ea typeface="微软雅黑" panose="020B0503020204020204" pitchFamily="34" charset="-122"/>
                      </a:endParaRPr>
                    </a:p>
                  </a:txBody>
                  <a:tcP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6"/>
                  </a:ext>
                </a:extLst>
              </a:tr>
            </a:tbl>
          </a:graphicData>
        </a:graphic>
      </p:graphicFrame>
      <p:sp>
        <p:nvSpPr>
          <p:cNvPr id="7" name="标题 1"/>
          <p:cNvSpPr>
            <a:spLocks noGrp="1"/>
          </p:cNvSpPr>
          <p:nvPr>
            <p:ph type="title"/>
          </p:nvPr>
        </p:nvSpPr>
        <p:spPr>
          <a:xfrm>
            <a:off x="552973" y="405460"/>
            <a:ext cx="10707977" cy="576064"/>
          </a:xfrm>
          <a:prstGeom prst="rect">
            <a:avLst/>
          </a:prstGeom>
        </p:spPr>
        <p:txBody>
          <a:bodyPr anchor="ctr" anchorCtr="0"/>
          <a:lstStyle>
            <a:lvl1pPr algn="l">
              <a:defRPr sz="2799" baseline="0">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9258092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3" y="1154757"/>
            <a:ext cx="9993315" cy="779055"/>
          </a:xfrm>
        </p:spPr>
        <p:txBody>
          <a:bodyPr>
            <a:normAutofit/>
          </a:bodyPr>
          <a:lstStyle>
            <a:lvl1pPr marL="0" marR="0" indent="0" algn="l" defTabSz="1219078" rtl="0" eaLnBrk="1" fontAlgn="auto" latinLnBrk="0" hangingPunct="1">
              <a:lnSpc>
                <a:spcPct val="100000"/>
              </a:lnSpc>
              <a:spcBef>
                <a:spcPct val="0"/>
              </a:spcBef>
              <a:spcAft>
                <a:spcPts val="0"/>
              </a:spcAft>
              <a:buClrTx/>
              <a:buSzTx/>
              <a:buFontTx/>
              <a:buNone/>
              <a:tabLst/>
              <a:defRPr sz="3599" b="0" baseline="0">
                <a:solidFill>
                  <a:schemeClr val="tx1">
                    <a:lumMod val="65000"/>
                    <a:lumOff val="35000"/>
                  </a:schemeClr>
                </a:solidFill>
                <a:latin typeface="+mj-lt"/>
              </a:defRPr>
            </a:lvl1pPr>
          </a:lstStyle>
          <a:p>
            <a:r>
              <a:rPr lang="en-US" altLang="zh-CN" dirty="0"/>
              <a:t>Slide Title</a:t>
            </a:r>
          </a:p>
        </p:txBody>
      </p:sp>
      <p:sp>
        <p:nvSpPr>
          <p:cNvPr id="5" name="副标题 2"/>
          <p:cNvSpPr>
            <a:spLocks noGrp="1"/>
          </p:cNvSpPr>
          <p:nvPr>
            <p:ph type="subTitle" idx="1" hasCustomPrompt="1"/>
          </p:nvPr>
        </p:nvSpPr>
        <p:spPr>
          <a:xfrm>
            <a:off x="913013" y="2133651"/>
            <a:ext cx="9993315" cy="4097591"/>
          </a:xfrm>
        </p:spPr>
        <p:txBody>
          <a:bodyPr>
            <a:normAutofit/>
          </a:bodyPr>
          <a:lstStyle>
            <a:lvl1pPr marL="0" marR="0" indent="0" algn="l" defTabSz="1219078"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latin typeface="+mn-lt"/>
              </a:defRPr>
            </a:lvl1pPr>
            <a:lvl2pPr marL="609539" indent="0" algn="ctr">
              <a:buNone/>
              <a:defRPr>
                <a:solidFill>
                  <a:schemeClr val="tx1">
                    <a:tint val="75000"/>
                  </a:schemeClr>
                </a:solidFill>
              </a:defRPr>
            </a:lvl2pPr>
            <a:lvl3pPr marL="1219078" indent="0" algn="ctr">
              <a:buNone/>
              <a:defRPr>
                <a:solidFill>
                  <a:schemeClr val="tx1">
                    <a:tint val="75000"/>
                  </a:schemeClr>
                </a:solidFill>
              </a:defRPr>
            </a:lvl3pPr>
            <a:lvl4pPr marL="1828617" indent="0" algn="ctr">
              <a:buNone/>
              <a:defRPr>
                <a:solidFill>
                  <a:schemeClr val="tx1">
                    <a:tint val="75000"/>
                  </a:schemeClr>
                </a:solidFill>
              </a:defRPr>
            </a:lvl4pPr>
            <a:lvl5pPr marL="2438156" indent="0" algn="ctr">
              <a:buNone/>
              <a:defRPr>
                <a:solidFill>
                  <a:schemeClr val="tx1">
                    <a:tint val="75000"/>
                  </a:schemeClr>
                </a:solidFill>
              </a:defRPr>
            </a:lvl5pPr>
            <a:lvl6pPr marL="3047695" indent="0" algn="ctr">
              <a:buNone/>
              <a:defRPr>
                <a:solidFill>
                  <a:schemeClr val="tx1">
                    <a:tint val="75000"/>
                  </a:schemeClr>
                </a:solidFill>
              </a:defRPr>
            </a:lvl6pPr>
            <a:lvl7pPr marL="3657234" indent="0" algn="ctr">
              <a:buNone/>
              <a:defRPr>
                <a:solidFill>
                  <a:schemeClr val="tx1">
                    <a:tint val="75000"/>
                  </a:schemeClr>
                </a:solidFill>
              </a:defRPr>
            </a:lvl7pPr>
            <a:lvl8pPr marL="4266772" indent="0" algn="ctr">
              <a:buNone/>
              <a:defRPr>
                <a:solidFill>
                  <a:schemeClr val="tx1">
                    <a:tint val="75000"/>
                  </a:schemeClr>
                </a:solidFill>
              </a:defRPr>
            </a:lvl8pPr>
            <a:lvl9pPr marL="4876311" indent="0" algn="ctr">
              <a:buNone/>
              <a:defRPr>
                <a:solidFill>
                  <a:schemeClr val="tx1">
                    <a:tint val="75000"/>
                  </a:schemeClr>
                </a:solidFill>
              </a:defRPr>
            </a:lvl9pPr>
          </a:lstStyle>
          <a:p>
            <a:r>
              <a:rPr lang="en-US" altLang="zh-CN" dirty="0"/>
              <a:t>Headline in Arial Regular 24 - 32 point</a:t>
            </a:r>
          </a:p>
        </p:txBody>
      </p:sp>
    </p:spTree>
    <p:extLst>
      <p:ext uri="{BB962C8B-B14F-4D97-AF65-F5344CB8AC3E}">
        <p14:creationId xmlns:p14="http://schemas.microsoft.com/office/powerpoint/2010/main" val="316415945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3"/>
            <a:ext cx="10179584" cy="871739"/>
          </a:xfrm>
          <a:prstGeom prst="rect">
            <a:avLst/>
          </a:prstGeom>
        </p:spPr>
        <p:txBody>
          <a:bodyPr anchor="ctr">
            <a:normAutofit/>
          </a:bodyPr>
          <a:lstStyle>
            <a:lvl1pPr algn="l" defTabSz="1218033" rtl="0" fontAlgn="auto">
              <a:spcBef>
                <a:spcPct val="0"/>
              </a:spcBef>
              <a:spcAft>
                <a:spcPts val="0"/>
              </a:spcAft>
              <a:defRPr lang="zh-CN" altLang="en-US" sz="2799" b="1" kern="1200" dirty="0">
                <a:solidFill>
                  <a:srgbClr val="990000"/>
                </a:solidFill>
                <a:latin typeface="+mj-ea"/>
                <a:ea typeface="+mj-ea"/>
                <a:cs typeface="+mn-cs"/>
              </a:defRPr>
            </a:lvl1pPr>
          </a:lstStyle>
          <a:p>
            <a:r>
              <a:rPr lang="zh-CN" altLang="en-US" dirty="0"/>
              <a:t>单击此处编辑母版标题样式</a:t>
            </a:r>
          </a:p>
        </p:txBody>
      </p:sp>
    </p:spTree>
    <p:extLst>
      <p:ext uri="{BB962C8B-B14F-4D97-AF65-F5344CB8AC3E}">
        <p14:creationId xmlns:p14="http://schemas.microsoft.com/office/powerpoint/2010/main" val="2834202274"/>
      </p:ext>
    </p:extLst>
  </p:cSld>
  <p:clrMapOvr>
    <a:masterClrMapping/>
  </p:clrMapOvr>
  <p:transition advClick="0" advTm="8000"/>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29"/>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663" indent="0" algn="ctr">
              <a:buNone/>
              <a:defRPr sz="2597"/>
            </a:lvl2pPr>
            <a:lvl3pPr marL="1187322" indent="0" algn="ctr">
              <a:buNone/>
              <a:defRPr sz="2338"/>
            </a:lvl3pPr>
            <a:lvl4pPr marL="1780987" indent="0" algn="ctr">
              <a:buNone/>
              <a:defRPr sz="2079"/>
            </a:lvl4pPr>
            <a:lvl5pPr marL="2374648" indent="0" algn="ctr">
              <a:buNone/>
              <a:defRPr sz="2079"/>
            </a:lvl5pPr>
            <a:lvl6pPr marL="2968309" indent="0" algn="ctr">
              <a:buNone/>
              <a:defRPr sz="2079"/>
            </a:lvl6pPr>
            <a:lvl7pPr marL="3561971" indent="0" algn="ctr">
              <a:buNone/>
              <a:defRPr sz="2079"/>
            </a:lvl7pPr>
            <a:lvl8pPr marL="4155634" indent="0" algn="ctr">
              <a:buNone/>
              <a:defRPr sz="2079"/>
            </a:lvl8pPr>
            <a:lvl9pPr marL="4749295" indent="0" algn="ctr">
              <a:buNone/>
              <a:defRPr sz="2079"/>
            </a:lvl9pPr>
          </a:lstStyle>
          <a:p>
            <a:r>
              <a:rPr lang="zh-CN" altLang="en-US" dirty="0"/>
              <a:t>单击此处添加标题</a:t>
            </a:r>
            <a:endParaRPr lang="en-US" dirty="0"/>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812" y="1502338"/>
            <a:ext cx="10732160" cy="4691545"/>
          </a:xfrm>
          <a:prstGeom prst="rect">
            <a:avLst/>
          </a:prstGeom>
        </p:spPr>
        <p:txBody>
          <a:bodyPr lIns="0" tIns="0" rIns="0" bIns="0"/>
          <a:lstStyle>
            <a:lvl1pPr marL="12369" indent="0">
              <a:lnSpc>
                <a:spcPct val="100000"/>
              </a:lnSpc>
              <a:spcBef>
                <a:spcPts val="0"/>
              </a:spcBef>
              <a:buFontTx/>
              <a:buNone/>
              <a:tabLst>
                <a:tab pos="1207936"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639" indent="-171091">
              <a:buFont typeface="Arial" panose="020B0604020202020204" pitchFamily="34" charset="0"/>
              <a:buChar char="•"/>
              <a:tabLst>
                <a:tab pos="1207936" algn="ctr"/>
              </a:tabLst>
              <a:defRPr sz="1299" baseline="0"/>
            </a:lvl2pPr>
            <a:lvl3pPr marL="525639" indent="-171091">
              <a:buFont typeface="Arial" panose="020B0604020202020204" pitchFamily="34" charset="0"/>
              <a:buChar char="•"/>
              <a:tabLst>
                <a:tab pos="1207936" algn="ctr"/>
              </a:tabLst>
              <a:defRPr sz="1299" baseline="0"/>
            </a:lvl3pPr>
            <a:lvl4pPr marL="525639" indent="-171091">
              <a:buFont typeface="Arial" panose="020B0604020202020204" pitchFamily="34" charset="0"/>
              <a:buChar char="•"/>
              <a:tabLst>
                <a:tab pos="1207936" algn="ctr"/>
              </a:tabLst>
              <a:defRPr sz="1299" baseline="0"/>
            </a:lvl4pPr>
            <a:lvl5pPr marL="525639" indent="-171091">
              <a:buFont typeface="Arial" panose="020B0604020202020204" pitchFamily="34" charset="0"/>
              <a:buChar char="•"/>
              <a:tabLst>
                <a:tab pos="1207936" algn="ctr"/>
              </a:tabLst>
              <a:defRPr sz="1299"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3643400921"/>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6300" y="296487"/>
            <a:ext cx="10440988" cy="871739"/>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876300" y="1197252"/>
            <a:ext cx="10440988" cy="49287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483698" y="6526855"/>
            <a:ext cx="1359286" cy="457306"/>
          </a:xfrm>
          <a:prstGeom prst="rect">
            <a:avLst/>
          </a:prstGeom>
        </p:spPr>
        <p:txBody>
          <a:bodyPr lIns="84883" tIns="42441" rIns="84883" bIns="42441"/>
          <a:lstStyle>
            <a:lvl1pPr>
              <a:defRPr/>
            </a:lvl1pPr>
          </a:lstStyle>
          <a:p>
            <a:pPr defTabSz="914035" fontAlgn="base">
              <a:spcBef>
                <a:spcPct val="0"/>
              </a:spcBef>
              <a:spcAft>
                <a:spcPct val="0"/>
              </a:spcAft>
            </a:pPr>
            <a:endParaRPr lang="en-GB" sz="1865" b="1" dirty="0">
              <a:solidFill>
                <a:srgbClr val="B2B2B2"/>
              </a:solidFill>
              <a:latin typeface="Arial" panose="020B0604020202020204" pitchFamily="34" charset="0"/>
              <a:ea typeface="宋体"/>
            </a:endParaRPr>
          </a:p>
        </p:txBody>
      </p:sp>
    </p:spTree>
    <p:extLst>
      <p:ext uri="{BB962C8B-B14F-4D97-AF65-F5344CB8AC3E}">
        <p14:creationId xmlns:p14="http://schemas.microsoft.com/office/powerpoint/2010/main" val="28465442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80" y="456240"/>
            <a:ext cx="10739242" cy="99363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666" indent="0" algn="ctr">
              <a:buNone/>
              <a:defRPr sz="2600"/>
            </a:lvl2pPr>
            <a:lvl3pPr marL="1187331" indent="0" algn="ctr">
              <a:buNone/>
              <a:defRPr sz="2340"/>
            </a:lvl3pPr>
            <a:lvl4pPr marL="1780997" indent="0" algn="ctr">
              <a:buNone/>
              <a:defRPr sz="2080"/>
            </a:lvl4pPr>
            <a:lvl5pPr marL="2374663" indent="0" algn="ctr">
              <a:buNone/>
              <a:defRPr sz="2080"/>
            </a:lvl5pPr>
            <a:lvl6pPr marL="2967693" indent="0" algn="ctr">
              <a:buNone/>
              <a:defRPr sz="2080"/>
            </a:lvl6pPr>
            <a:lvl7pPr marL="3561994" indent="0" algn="ctr">
              <a:buNone/>
              <a:defRPr sz="2080"/>
            </a:lvl7pPr>
            <a:lvl8pPr marL="4155024" indent="0" algn="ctr">
              <a:buNone/>
              <a:defRPr sz="2080"/>
            </a:lvl8pPr>
            <a:lvl9pPr marL="474869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5928" y="1513228"/>
            <a:ext cx="10732160" cy="4691545"/>
          </a:xfrm>
          <a:prstGeom prst="rect">
            <a:avLst/>
          </a:prstGeom>
        </p:spPr>
        <p:txBody>
          <a:bodyPr lIns="0" tIns="0" rIns="0" bIns="0"/>
          <a:lstStyle>
            <a:lvl1pPr marL="179687" marR="0" indent="-168258" algn="l" defTabSz="1187331"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014"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897" marR="0" indent="-168258" algn="l" defTabSz="1187331" rtl="0" eaLnBrk="1" fontAlgn="auto" latinLnBrk="0" hangingPunct="1">
              <a:lnSpc>
                <a:spcPct val="100000"/>
              </a:lnSpc>
              <a:spcBef>
                <a:spcPts val="0"/>
              </a:spcBef>
              <a:spcAft>
                <a:spcPts val="600"/>
              </a:spcAft>
              <a:buClr>
                <a:schemeClr val="tx1"/>
              </a:buClr>
              <a:buSzTx/>
              <a:buFont typeface=".AppleSystemUIFont"/>
              <a:buChar char="&gt;"/>
              <a:tabLst>
                <a:tab pos="1207014" algn="ctr"/>
              </a:tabLst>
              <a:defRPr sz="1600" baseline="0">
                <a:latin typeface="微软雅黑" panose="020B0503020204020204" pitchFamily="34" charset="-122"/>
                <a:ea typeface="微软雅黑" panose="020B0503020204020204" pitchFamily="34" charset="-122"/>
              </a:defRPr>
            </a:lvl2pPr>
            <a:lvl3pPr marL="1097805" marR="0" indent="-168258" algn="l" defTabSz="1187331" rtl="0" eaLnBrk="1" fontAlgn="auto" latinLnBrk="0" hangingPunct="1">
              <a:lnSpc>
                <a:spcPct val="100000"/>
              </a:lnSpc>
              <a:spcBef>
                <a:spcPts val="0"/>
              </a:spcBef>
              <a:spcAft>
                <a:spcPts val="600"/>
              </a:spcAft>
              <a:buClr>
                <a:schemeClr val="tx1"/>
              </a:buClr>
              <a:buSzTx/>
              <a:buFont typeface=".AppleSystemUIFont"/>
              <a:buChar char="-"/>
              <a:tabLst>
                <a:tab pos="1207014" algn="ctr"/>
              </a:tabLst>
              <a:defRPr sz="1300" baseline="0">
                <a:latin typeface="微软雅黑" panose="020B0503020204020204" pitchFamily="34" charset="-122"/>
                <a:ea typeface="微软雅黑" panose="020B0503020204020204" pitchFamily="34" charset="-122"/>
              </a:defRPr>
            </a:lvl3pPr>
            <a:lvl4pPr marL="525727" indent="-171433">
              <a:buFont typeface="Arial" panose="020B0604020202020204" pitchFamily="34" charset="0"/>
              <a:buChar char="•"/>
              <a:tabLst>
                <a:tab pos="1207649" algn="ctr"/>
              </a:tabLst>
              <a:defRPr sz="1300" baseline="0"/>
            </a:lvl4pPr>
            <a:lvl5pPr marL="525727" indent="-171433">
              <a:buFont typeface="Arial" panose="020B0604020202020204" pitchFamily="34" charset="0"/>
              <a:buChar char="•"/>
              <a:tabLst>
                <a:tab pos="1207649" algn="ctr"/>
              </a:tabLst>
              <a:defRPr sz="1300" baseline="0"/>
            </a:lvl5pPr>
          </a:lstStyle>
          <a:p>
            <a:pPr lvl="0"/>
            <a:r>
              <a:rPr lang="zh-CN" altLang="en-US" dirty="0"/>
              <a:t>单击此处添加文本</a:t>
            </a:r>
            <a:endParaRPr lang="en-US" dirty="0"/>
          </a:p>
          <a:p>
            <a:pPr marL="328897" marR="0" lvl="1"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r>
              <a:rPr lang="zh-CN" altLang="en-US" dirty="0"/>
              <a:t>单击此处添加文本</a:t>
            </a:r>
            <a:endParaRPr lang="en-US" dirty="0"/>
          </a:p>
          <a:p>
            <a:pPr marL="1097805" marR="0" lvl="2"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r>
              <a:rPr lang="zh-CN" altLang="en-US" dirty="0"/>
              <a:t>单击此处添加文本</a:t>
            </a:r>
            <a:endParaRPr lang="en-US" dirty="0"/>
          </a:p>
          <a:p>
            <a:pPr marL="1097805" marR="0" lvl="2"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endParaRPr lang="en-US" altLang="zh-CN" dirty="0"/>
          </a:p>
        </p:txBody>
      </p:sp>
    </p:spTree>
    <p:extLst>
      <p:ext uri="{BB962C8B-B14F-4D97-AF65-F5344CB8AC3E}">
        <p14:creationId xmlns:p14="http://schemas.microsoft.com/office/powerpoint/2010/main" val="6353506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80" y="456242"/>
            <a:ext cx="10739242" cy="642522"/>
          </a:xfrm>
          <a:prstGeom prst="rect">
            <a:avLst/>
          </a:prstGeom>
        </p:spPr>
        <p:txBody>
          <a:bodyPr lIns="0" tIns="0" rIns="0" bIns="0" anchor="t">
            <a:normAutofit/>
          </a:bodyPr>
          <a:lstStyle>
            <a:lvl1pPr marL="0" indent="0" algn="l">
              <a:lnSpc>
                <a:spcPts val="3430"/>
              </a:lnSpc>
              <a:spcBef>
                <a:spcPts val="0"/>
              </a:spcBef>
              <a:buNone/>
              <a:defRPr sz="2800" baseline="0">
                <a:solidFill>
                  <a:schemeClr val="tx1"/>
                </a:solidFill>
                <a:latin typeface="微软雅黑" panose="020B0503020204020204" pitchFamily="34" charset="-122"/>
                <a:ea typeface="微软雅黑" panose="020B0503020204020204" pitchFamily="34" charset="-122"/>
              </a:defRPr>
            </a:lvl1pPr>
            <a:lvl2pPr marL="593666" indent="0" algn="ctr">
              <a:buNone/>
              <a:defRPr sz="2595"/>
            </a:lvl2pPr>
            <a:lvl3pPr marL="1187331" indent="0" algn="ctr">
              <a:buNone/>
              <a:defRPr sz="2335"/>
            </a:lvl3pPr>
            <a:lvl4pPr marL="1780997" indent="0" algn="ctr">
              <a:buNone/>
              <a:defRPr sz="2080"/>
            </a:lvl4pPr>
            <a:lvl5pPr marL="2374663" indent="0" algn="ctr">
              <a:buNone/>
              <a:defRPr sz="2080"/>
            </a:lvl5pPr>
            <a:lvl6pPr marL="2968328" indent="0" algn="ctr">
              <a:buNone/>
              <a:defRPr sz="2080"/>
            </a:lvl6pPr>
            <a:lvl7pPr marL="3561359" indent="0" algn="ctr">
              <a:buNone/>
              <a:defRPr sz="2080"/>
            </a:lvl7pPr>
            <a:lvl8pPr marL="4155024" indent="0" algn="ctr">
              <a:buNone/>
              <a:defRPr sz="2080"/>
            </a:lvl8pPr>
            <a:lvl9pPr marL="474869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5928" y="1513228"/>
            <a:ext cx="10732160" cy="4691545"/>
          </a:xfrm>
          <a:prstGeom prst="rect">
            <a:avLst/>
          </a:prstGeom>
        </p:spPr>
        <p:txBody>
          <a:bodyPr lIns="0" tIns="0" rIns="0" bIns="0"/>
          <a:lstStyle>
            <a:lvl1pPr marL="179052" marR="0" indent="-168258" algn="l" defTabSz="1187331"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014"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897" marR="0" indent="-168258" algn="l" defTabSz="1187331" rtl="0" eaLnBrk="1" fontAlgn="auto" latinLnBrk="0" hangingPunct="1">
              <a:lnSpc>
                <a:spcPct val="100000"/>
              </a:lnSpc>
              <a:spcBef>
                <a:spcPts val="0"/>
              </a:spcBef>
              <a:spcAft>
                <a:spcPts val="600"/>
              </a:spcAft>
              <a:buClr>
                <a:schemeClr val="tx1"/>
              </a:buClr>
              <a:buSzTx/>
              <a:buFont typeface=".AppleSystemUIFont"/>
              <a:buChar char="&gt;"/>
              <a:tabLst>
                <a:tab pos="1207014" algn="ctr"/>
              </a:tabLst>
              <a:defRPr sz="1600" baseline="0">
                <a:latin typeface="微软雅黑" panose="020B0503020204020204" pitchFamily="34" charset="-122"/>
                <a:ea typeface="微软雅黑" panose="020B0503020204020204" pitchFamily="34" charset="-122"/>
              </a:defRPr>
            </a:lvl2pPr>
            <a:lvl3pPr marL="1097805" marR="0" indent="-168258" algn="l" defTabSz="1187331" rtl="0" eaLnBrk="1" fontAlgn="auto" latinLnBrk="0" hangingPunct="1">
              <a:lnSpc>
                <a:spcPct val="100000"/>
              </a:lnSpc>
              <a:spcBef>
                <a:spcPts val="0"/>
              </a:spcBef>
              <a:spcAft>
                <a:spcPts val="600"/>
              </a:spcAft>
              <a:buClr>
                <a:schemeClr val="tx1"/>
              </a:buClr>
              <a:buSzTx/>
              <a:buFont typeface=".AppleSystemUIFont"/>
              <a:buChar char="-"/>
              <a:tabLst>
                <a:tab pos="1207014" algn="ctr"/>
              </a:tabLst>
              <a:defRPr sz="1300" baseline="0">
                <a:latin typeface="微软雅黑" panose="020B0503020204020204" pitchFamily="34" charset="-122"/>
                <a:ea typeface="微软雅黑" panose="020B0503020204020204" pitchFamily="34" charset="-122"/>
              </a:defRPr>
            </a:lvl3pPr>
            <a:lvl4pPr marL="525727" indent="-170798">
              <a:buFont typeface="Arial" panose="020B0604020202020204" pitchFamily="34" charset="0"/>
              <a:buChar char="•"/>
              <a:tabLst>
                <a:tab pos="1207649" algn="ctr"/>
              </a:tabLst>
              <a:defRPr sz="1300" baseline="0"/>
            </a:lvl4pPr>
            <a:lvl5pPr marL="525727" indent="-170798">
              <a:buFont typeface="Arial" panose="020B0604020202020204" pitchFamily="34" charset="0"/>
              <a:buChar char="•"/>
              <a:tabLst>
                <a:tab pos="1207649" algn="ctr"/>
              </a:tabLst>
              <a:defRPr sz="1300" baseline="0"/>
            </a:lvl5pPr>
          </a:lstStyle>
          <a:p>
            <a:pPr lvl="0"/>
            <a:r>
              <a:rPr lang="zh-CN" altLang="en-US" dirty="0"/>
              <a:t>单击此处添加文本</a:t>
            </a:r>
            <a:endParaRPr lang="en-US" dirty="0"/>
          </a:p>
          <a:p>
            <a:pPr marL="328897" marR="0" lvl="1"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r>
              <a:rPr lang="zh-CN" altLang="en-US" dirty="0"/>
              <a:t>单击此处添加文本</a:t>
            </a:r>
            <a:endParaRPr lang="en-US" dirty="0"/>
          </a:p>
          <a:p>
            <a:pPr marL="1097805" marR="0" lvl="2"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r>
              <a:rPr lang="zh-CN" altLang="en-US" dirty="0"/>
              <a:t>单击此处添加文本</a:t>
            </a:r>
            <a:endParaRPr lang="en-US" dirty="0"/>
          </a:p>
          <a:p>
            <a:pPr marL="1097805" marR="0" lvl="2" indent="-168258" algn="l" defTabSz="1187331"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014" algn="ctr"/>
              </a:tabLst>
              <a:defRPr/>
            </a:pPr>
            <a:endParaRPr lang="en-US" altLang="zh-CN" dirty="0"/>
          </a:p>
        </p:txBody>
      </p:sp>
    </p:spTree>
    <p:extLst>
      <p:ext uri="{BB962C8B-B14F-4D97-AF65-F5344CB8AC3E}">
        <p14:creationId xmlns:p14="http://schemas.microsoft.com/office/powerpoint/2010/main" val="23598924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69269" y="385363"/>
            <a:ext cx="11549266" cy="430887"/>
          </a:xfrm>
          <a:prstGeom prst="rect">
            <a:avLst/>
          </a:prstGeom>
        </p:spPr>
        <p:txBody>
          <a:bodyPr wrap="square" lIns="0" tIns="0" rIns="0" bIns="0" anchor="ctr">
            <a:spAutoFit/>
          </a:bodyPr>
          <a:lstStyle>
            <a:lvl1pPr marL="0" indent="0" algn="l">
              <a:lnSpc>
                <a:spcPct val="100000"/>
              </a:lnSpc>
              <a:spcBef>
                <a:spcPts val="0"/>
              </a:spcBef>
              <a:buNone/>
              <a:defRPr sz="2800" b="1" baseline="0">
                <a:solidFill>
                  <a:srgbClr val="C00000"/>
                </a:solidFill>
                <a:latin typeface="微软雅黑" panose="020B0503020204020204" pitchFamily="34" charset="-122"/>
                <a:ea typeface="微软雅黑" panose="020B0503020204020204" pitchFamily="34" charset="-122"/>
              </a:defRPr>
            </a:lvl1pPr>
            <a:lvl2pPr marL="593666" indent="0" algn="ctr">
              <a:buNone/>
              <a:defRPr sz="2600"/>
            </a:lvl2pPr>
            <a:lvl3pPr marL="1186696" indent="0" algn="ctr">
              <a:buNone/>
              <a:defRPr sz="2340"/>
            </a:lvl3pPr>
            <a:lvl4pPr marL="1780362" indent="0" algn="ctr">
              <a:buNone/>
              <a:defRPr sz="2080"/>
            </a:lvl4pPr>
            <a:lvl5pPr marL="2374028" indent="0" algn="ctr">
              <a:buNone/>
              <a:defRPr sz="2080"/>
            </a:lvl5pPr>
            <a:lvl6pPr marL="2967693" indent="0" algn="ctr">
              <a:buNone/>
              <a:defRPr sz="2080"/>
            </a:lvl6pPr>
            <a:lvl7pPr marL="3560724" indent="0" algn="ctr">
              <a:buNone/>
              <a:defRPr sz="2080"/>
            </a:lvl7pPr>
            <a:lvl8pPr marL="4154390" indent="0" algn="ctr">
              <a:buNone/>
              <a:defRPr sz="2080"/>
            </a:lvl8pPr>
            <a:lvl9pPr marL="4748055" indent="0" algn="ctr">
              <a:buNone/>
              <a:defRPr sz="2080"/>
            </a:lvl9pPr>
          </a:lstStyle>
          <a:p>
            <a:r>
              <a:rPr lang="zh-CN" altLang="en-US" dirty="0"/>
              <a:t>单击此处添加标题</a:t>
            </a:r>
            <a:endParaRPr lang="en-US" dirty="0"/>
          </a:p>
        </p:txBody>
      </p:sp>
    </p:spTree>
    <p:extLst>
      <p:ext uri="{BB962C8B-B14F-4D97-AF65-F5344CB8AC3E}">
        <p14:creationId xmlns:p14="http://schemas.microsoft.com/office/powerpoint/2010/main" val="36591440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7080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69269" y="385363"/>
            <a:ext cx="11549266" cy="430887"/>
          </a:xfrm>
          <a:prstGeom prst="rect">
            <a:avLst/>
          </a:prstGeom>
        </p:spPr>
        <p:txBody>
          <a:bodyPr wrap="square" lIns="0" tIns="0" rIns="0" bIns="0" anchor="ctr">
            <a:spAutoFit/>
          </a:bodyPr>
          <a:lstStyle>
            <a:lvl1pPr marL="0" indent="0" algn="l">
              <a:lnSpc>
                <a:spcPct val="100000"/>
              </a:lnSpc>
              <a:spcBef>
                <a:spcPts val="0"/>
              </a:spcBef>
              <a:buNone/>
              <a:defRPr sz="2800" b="1" baseline="0">
                <a:solidFill>
                  <a:srgbClr val="C00000"/>
                </a:solidFill>
                <a:latin typeface="微软雅黑" pitchFamily="34" charset="-122"/>
                <a:ea typeface="微软雅黑" pitchFamily="34" charset="-122"/>
              </a:defRPr>
            </a:lvl1pPr>
            <a:lvl2pPr marL="593666" indent="0" algn="ctr">
              <a:buNone/>
              <a:defRPr sz="2600"/>
            </a:lvl2pPr>
            <a:lvl3pPr marL="1186696" indent="0" algn="ctr">
              <a:buNone/>
              <a:defRPr sz="2340"/>
            </a:lvl3pPr>
            <a:lvl4pPr marL="1780362" indent="0" algn="ctr">
              <a:buNone/>
              <a:defRPr sz="2080"/>
            </a:lvl4pPr>
            <a:lvl5pPr marL="2374028" indent="0" algn="ctr">
              <a:buNone/>
              <a:defRPr sz="2080"/>
            </a:lvl5pPr>
            <a:lvl6pPr marL="2967693" indent="0" algn="ctr">
              <a:buNone/>
              <a:defRPr sz="2080"/>
            </a:lvl6pPr>
            <a:lvl7pPr marL="3560724" indent="0" algn="ctr">
              <a:buNone/>
              <a:defRPr sz="2080"/>
            </a:lvl7pPr>
            <a:lvl8pPr marL="4154390" indent="0" algn="ctr">
              <a:buNone/>
              <a:defRPr sz="2080"/>
            </a:lvl8pPr>
            <a:lvl9pPr marL="4748055" indent="0" algn="ctr">
              <a:buNone/>
              <a:defRPr sz="2080"/>
            </a:lvl9pPr>
          </a:lstStyle>
          <a:p>
            <a:r>
              <a:rPr lang="zh-CN" altLang="en-US" dirty="0"/>
              <a:t>单击此处添加标题</a:t>
            </a:r>
            <a:endParaRPr lang="en-US" dirty="0"/>
          </a:p>
        </p:txBody>
      </p:sp>
    </p:spTree>
    <p:extLst>
      <p:ext uri="{BB962C8B-B14F-4D97-AF65-F5344CB8AC3E}">
        <p14:creationId xmlns:p14="http://schemas.microsoft.com/office/powerpoint/2010/main" val="31215529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6300" y="296487"/>
            <a:ext cx="10440988" cy="871739"/>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876300" y="1197252"/>
            <a:ext cx="10440988" cy="49287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483698" y="6526855"/>
            <a:ext cx="1359286" cy="457306"/>
          </a:xfrm>
          <a:prstGeom prst="rect">
            <a:avLst/>
          </a:prstGeom>
        </p:spPr>
        <p:txBody>
          <a:bodyPr lIns="84883" tIns="42441" rIns="84883" bIns="42441"/>
          <a:lstStyle>
            <a:lvl1pPr>
              <a:defRPr/>
            </a:lvl1pPr>
          </a:lstStyle>
          <a:p>
            <a:pPr defTabSz="914035" fontAlgn="base">
              <a:spcBef>
                <a:spcPct val="0"/>
              </a:spcBef>
              <a:spcAft>
                <a:spcPct val="0"/>
              </a:spcAft>
            </a:pPr>
            <a:endParaRPr lang="en-GB" sz="1865" b="1" dirty="0">
              <a:solidFill>
                <a:srgbClr val="B2B2B2"/>
              </a:solidFill>
              <a:latin typeface="Arial" panose="020B0604020202020204" pitchFamily="34" charset="0"/>
              <a:ea typeface="宋体"/>
            </a:endParaRPr>
          </a:p>
        </p:txBody>
      </p:sp>
    </p:spTree>
    <p:extLst>
      <p:ext uri="{BB962C8B-B14F-4D97-AF65-F5344CB8AC3E}">
        <p14:creationId xmlns:p14="http://schemas.microsoft.com/office/powerpoint/2010/main" val="5188225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7.tiff"/></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7.tiff"/><Relationship Id="rId3" Type="http://schemas.openxmlformats.org/officeDocument/2006/relationships/slideLayout" Target="../slideLayouts/slideLayout16.xml"/><Relationship Id="rId7"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6.xml"/><Relationship Id="rId1"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3.xml"/><Relationship Id="rId7" Type="http://schemas.openxmlformats.org/officeDocument/2006/relationships/theme" Target="../theme/theme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image" Target="../media/image9.png"/></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9.xml"/><Relationship Id="rId7" Type="http://schemas.openxmlformats.org/officeDocument/2006/relationships/theme" Target="../theme/theme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9" Type="http://schemas.openxmlformats.org/officeDocument/2006/relationships/image" Target="../media/image9.png"/></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7.tiff"/><Relationship Id="rId3" Type="http://schemas.openxmlformats.org/officeDocument/2006/relationships/slideLayout" Target="../slideLayouts/slideLayout35.xml"/><Relationship Id="rId7" Type="http://schemas.openxmlformats.org/officeDocument/2006/relationships/theme" Target="../theme/theme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10.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theme" Target="../theme/theme1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5" Type="http://schemas.openxmlformats.org/officeDocument/2006/relationships/slideLayout" Target="../slideLayouts/slideLayout43.xml"/><Relationship Id="rId10" Type="http://schemas.openxmlformats.org/officeDocument/2006/relationships/image" Target="../media/image9.png"/><Relationship Id="rId4" Type="http://schemas.openxmlformats.org/officeDocument/2006/relationships/slideLayout" Target="../slideLayouts/slideLayout42.xml"/><Relationship Id="rId9" Type="http://schemas.openxmlformats.org/officeDocument/2006/relationships/image" Target="../media/image8.png"/></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4" Type="http://schemas.openxmlformats.org/officeDocument/2006/relationships/image" Target="../media/image7.tiff"/></Relationships>
</file>

<file path=ppt/slideMasters/_rels/slideMaster13.xml.rels><?xml version="1.0" encoding="UTF-8" standalone="yes"?>
<Relationships xmlns="http://schemas.openxmlformats.org/package/2006/relationships"><Relationship Id="rId8" Type="http://schemas.openxmlformats.org/officeDocument/2006/relationships/theme" Target="../theme/theme13.xml"/><Relationship Id="rId3" Type="http://schemas.openxmlformats.org/officeDocument/2006/relationships/slideLayout" Target="../slideLayouts/slideLayout50.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9" Type="http://schemas.openxmlformats.org/officeDocument/2006/relationships/image" Target="../media/image7.tiff"/></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56.xml"/><Relationship Id="rId1" Type="http://schemas.openxmlformats.org/officeDocument/2006/relationships/slideLayout" Target="../slideLayouts/slideLayout55.xml"/><Relationship Id="rId4" Type="http://schemas.openxmlformats.org/officeDocument/2006/relationships/image" Target="../media/image7.tiff"/></Relationships>
</file>

<file path=ppt/slideMasters/_rels/slideMaster15.xml.rels><?xml version="1.0" encoding="UTF-8" standalone="yes"?>
<Relationships xmlns="http://schemas.openxmlformats.org/package/2006/relationships"><Relationship Id="rId3" Type="http://schemas.openxmlformats.org/officeDocument/2006/relationships/theme" Target="../theme/theme15.xml"/><Relationship Id="rId2" Type="http://schemas.openxmlformats.org/officeDocument/2006/relationships/slideLayout" Target="../slideLayouts/slideLayout58.xml"/><Relationship Id="rId1" Type="http://schemas.openxmlformats.org/officeDocument/2006/relationships/slideLayout" Target="../slideLayouts/slideLayout57.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61.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17.xml"/><Relationship Id="rId1" Type="http://schemas.openxmlformats.org/officeDocument/2006/relationships/slideLayout" Target="../slideLayouts/slideLayout62.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18.xml"/><Relationship Id="rId1" Type="http://schemas.openxmlformats.org/officeDocument/2006/relationships/slideLayout" Target="../slideLayouts/slideLayout63.xml"/></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66.xml"/><Relationship Id="rId2" Type="http://schemas.openxmlformats.org/officeDocument/2006/relationships/slideLayout" Target="../slideLayouts/slideLayout65.xml"/><Relationship Id="rId1" Type="http://schemas.openxmlformats.org/officeDocument/2006/relationships/slideLayout" Target="../slideLayouts/slideLayout64.xml"/><Relationship Id="rId5" Type="http://schemas.openxmlformats.org/officeDocument/2006/relationships/image" Target="../media/image7.tiff"/><Relationship Id="rId4"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3" Type="http://schemas.openxmlformats.org/officeDocument/2006/relationships/theme" Target="../theme/theme20.xml"/><Relationship Id="rId2" Type="http://schemas.openxmlformats.org/officeDocument/2006/relationships/slideLayout" Target="../slideLayouts/slideLayout68.xml"/><Relationship Id="rId1" Type="http://schemas.openxmlformats.org/officeDocument/2006/relationships/slideLayout" Target="../slideLayouts/slideLayout67.xml"/><Relationship Id="rId4" Type="http://schemas.openxmlformats.org/officeDocument/2006/relationships/image" Target="../media/image7.tiff"/></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21.xml"/><Relationship Id="rId1"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3" descr="E:\01 日常工作\04 展厅相关设计\2016年\2017 cebit\PPT模板设计\封面 16_9  浅色副本.jpg"/>
          <p:cNvPicPr>
            <a:picLocks noChangeAspect="1" noChangeArrowheads="1"/>
          </p:cNvPicPr>
          <p:nvPr userDrawn="1"/>
        </p:nvPicPr>
        <p:blipFill>
          <a:blip r:embed="rId3" cstate="print"/>
          <a:srcRect/>
          <a:stretch>
            <a:fillRect/>
          </a:stretch>
        </p:blipFill>
        <p:spPr bwMode="auto">
          <a:xfrm>
            <a:off x="0" y="0"/>
            <a:ext cx="12196690" cy="6859588"/>
          </a:xfrm>
          <a:prstGeom prst="rect">
            <a:avLst/>
          </a:prstGeom>
          <a:noFill/>
        </p:spPr>
      </p:pic>
      <p:pic>
        <p:nvPicPr>
          <p:cNvPr id="4" name="Picture 3" descr="E:\01 日常工作\03 品牌规范设计\公司广告源文档\HW LOGO副本.png"/>
          <p:cNvPicPr>
            <a:picLocks noChangeAspect="1" noChangeArrowheads="1"/>
          </p:cNvPicPr>
          <p:nvPr userDrawn="1"/>
        </p:nvPicPr>
        <p:blipFill>
          <a:blip r:embed="rId4" cstate="print"/>
          <a:srcRect/>
          <a:stretch>
            <a:fillRect/>
          </a:stretch>
        </p:blipFill>
        <p:spPr bwMode="auto">
          <a:xfrm>
            <a:off x="719832" y="619466"/>
            <a:ext cx="1070868" cy="1034013"/>
          </a:xfrm>
          <a:prstGeom prst="rect">
            <a:avLst/>
          </a:prstGeom>
          <a:noFill/>
        </p:spPr>
      </p:pic>
      <p:pic>
        <p:nvPicPr>
          <p:cNvPr id="5" name="Picture 2" descr="E:\01 日常工作\04 展厅相关设计\2016年\CEBIT 2016\KV\主视觉KV\LEADING NEW ICT字体设计\leading new ict0216-out-01.png"/>
          <p:cNvPicPr>
            <a:picLocks noChangeAspect="1" noChangeArrowheads="1"/>
          </p:cNvPicPr>
          <p:nvPr userDrawn="1"/>
        </p:nvPicPr>
        <p:blipFill>
          <a:blip r:embed="rId5" cstate="print"/>
          <a:srcRect/>
          <a:stretch>
            <a:fillRect/>
          </a:stretch>
        </p:blipFill>
        <p:spPr bwMode="auto">
          <a:xfrm>
            <a:off x="692151" y="5716249"/>
            <a:ext cx="2393950" cy="251163"/>
          </a:xfrm>
          <a:prstGeom prst="rect">
            <a:avLst/>
          </a:prstGeom>
          <a:noFill/>
        </p:spPr>
      </p:pic>
    </p:spTree>
    <p:extLst>
      <p:ext uri="{BB962C8B-B14F-4D97-AF65-F5344CB8AC3E}">
        <p14:creationId xmlns:p14="http://schemas.microsoft.com/office/powerpoint/2010/main" val="3912550071"/>
      </p:ext>
    </p:extLst>
  </p:cSld>
  <p:clrMap bg1="lt1" tx1="dk1" bg2="lt2" tx2="dk2" accent1="accent1" accent2="accent2" accent3="accent3" accent4="accent4" accent5="accent5" accent6="accent6" hlink="hlink" folHlink="folHlink"/>
  <p:sldLayoutIdLst>
    <p:sldLayoutId id="2147483653" r:id="rId1"/>
  </p:sldLayoutIdLst>
  <p:txStyles>
    <p:titleStyle>
      <a:lvl1pPr algn="ctr" defTabSz="1219444" rtl="0" eaLnBrk="1" latinLnBrk="0" hangingPunct="1">
        <a:spcBef>
          <a:spcPct val="0"/>
        </a:spcBef>
        <a:buNone/>
        <a:defRPr sz="5900" kern="1200">
          <a:solidFill>
            <a:schemeClr val="tx1"/>
          </a:solidFill>
          <a:latin typeface="+mj-lt"/>
          <a:ea typeface="+mj-ea"/>
          <a:cs typeface="+mj-cs"/>
        </a:defRPr>
      </a:lvl1pPr>
    </p:titleStyle>
    <p:bodyStyle>
      <a:lvl1pPr marL="457291" indent="-457291" algn="l" defTabSz="1219444"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798" indent="-381076" algn="l" defTabSz="1219444"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305" indent="-304861" algn="l" defTabSz="1219444"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027"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749"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471"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192"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914"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2636"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9575" y="468784"/>
            <a:ext cx="11376025" cy="1042516"/>
          </a:xfrm>
          <a:prstGeom prst="rect">
            <a:avLst/>
          </a:prstGeom>
        </p:spPr>
        <p:txBody>
          <a:bodyPr vert="horz" lIns="91440" tIns="45720" rIns="91440" bIns="45720" rtlCol="0" anchor="ctr">
            <a:normAutofit/>
          </a:bodyPr>
          <a:lstStyle/>
          <a:p>
            <a:r>
              <a:rPr lang="zh-CN" altLang="en-US" dirty="0"/>
              <a:t>微软雅黑 左对齐 一行</a:t>
            </a:r>
          </a:p>
        </p:txBody>
      </p:sp>
      <p:sp>
        <p:nvSpPr>
          <p:cNvPr id="3" name="文本占位符 2"/>
          <p:cNvSpPr>
            <a:spLocks noGrp="1"/>
          </p:cNvSpPr>
          <p:nvPr>
            <p:ph type="body" idx="1"/>
          </p:nvPr>
        </p:nvSpPr>
        <p:spPr>
          <a:xfrm>
            <a:off x="609600" y="1600200"/>
            <a:ext cx="10975975" cy="45275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Rectangle 5"/>
          <p:cNvSpPr>
            <a:spLocks noChangeArrowheads="1"/>
          </p:cNvSpPr>
          <p:nvPr userDrawn="1"/>
        </p:nvSpPr>
        <p:spPr bwMode="auto">
          <a:xfrm>
            <a:off x="3040520" y="6539308"/>
            <a:ext cx="272055" cy="195943"/>
          </a:xfrm>
          <a:prstGeom prst="rect">
            <a:avLst/>
          </a:prstGeom>
          <a:noFill/>
          <a:ln w="9525">
            <a:noFill/>
            <a:miter lim="800000"/>
            <a:headEnd/>
            <a:tailEnd/>
          </a:ln>
        </p:spPr>
        <p:txBody>
          <a:bodyPr lIns="0" tIns="0" rIns="0" bIns="0"/>
          <a:lstStyle/>
          <a:p>
            <a:pPr eaLnBrk="0" hangingPunct="0">
              <a:lnSpc>
                <a:spcPct val="85000"/>
              </a:lnSpc>
              <a:defRPr/>
            </a:pPr>
            <a:fld id="{F350CB96-EF0E-44F1-90D2-2D2DCEB1810F}" type="slidenum">
              <a:rPr lang="de-DE" altLang="zh-CN" sz="900" b="0" smtClean="0">
                <a:solidFill>
                  <a:schemeClr val="bg1">
                    <a:lumMod val="65000"/>
                  </a:schemeClr>
                </a:solidFill>
                <a:latin typeface="+mn-lt"/>
                <a:ea typeface="+mn-ea"/>
              </a:rPr>
              <a:pPr eaLnBrk="0" hangingPunct="0">
                <a:lnSpc>
                  <a:spcPct val="85000"/>
                </a:lnSpc>
                <a:defRPr/>
              </a:pPr>
              <a:t>‹#›</a:t>
            </a:fld>
            <a:endParaRPr lang="en-GB" altLang="zh-CN" sz="900" b="0" dirty="0">
              <a:solidFill>
                <a:schemeClr val="bg1">
                  <a:lumMod val="65000"/>
                </a:schemeClr>
              </a:solidFill>
              <a:latin typeface="+mn-lt"/>
              <a:ea typeface="+mn-ea"/>
            </a:endParaRPr>
          </a:p>
        </p:txBody>
      </p:sp>
      <p:pic>
        <p:nvPicPr>
          <p:cNvPr id="9" name="Picture 2" descr="C:\Users\z00124665\Desktop\图形1.wmf"/>
          <p:cNvPicPr>
            <a:picLocks noChangeAspect="1" noChangeArrowheads="1"/>
          </p:cNvPicPr>
          <p:nvPr userDrawn="1"/>
        </p:nvPicPr>
        <p:blipFill>
          <a:blip r:embed="rId6" cstate="print"/>
          <a:srcRect/>
          <a:stretch>
            <a:fillRect/>
          </a:stretch>
        </p:blipFill>
        <p:spPr bwMode="auto">
          <a:xfrm>
            <a:off x="322263" y="6525944"/>
            <a:ext cx="2655887" cy="120967"/>
          </a:xfrm>
          <a:prstGeom prst="rect">
            <a:avLst/>
          </a:prstGeom>
          <a:noFill/>
        </p:spPr>
      </p:pic>
      <p:pic>
        <p:nvPicPr>
          <p:cNvPr id="10" name="Picture 2" descr="E:\01 日常工作\03 品牌规范设计\公司广告源文档\HW LOGO(horizontal）111.png"/>
          <p:cNvPicPr>
            <a:picLocks noChangeAspect="1" noChangeArrowheads="1"/>
          </p:cNvPicPr>
          <p:nvPr userDrawn="1"/>
        </p:nvPicPr>
        <p:blipFill>
          <a:blip r:embed="rId7" cstate="print"/>
          <a:srcRect/>
          <a:stretch>
            <a:fillRect/>
          </a:stretch>
        </p:blipFill>
        <p:spPr bwMode="auto">
          <a:xfrm>
            <a:off x="10618156" y="6432248"/>
            <a:ext cx="1249200" cy="303003"/>
          </a:xfrm>
          <a:prstGeom prst="rect">
            <a:avLst/>
          </a:prstGeom>
          <a:noFill/>
        </p:spPr>
      </p:pic>
      <p:pic>
        <p:nvPicPr>
          <p:cNvPr id="12" name="图片 11" descr="leading-new-ict.png"/>
          <p:cNvPicPr>
            <a:picLocks noChangeAspect="1"/>
          </p:cNvPicPr>
          <p:nvPr userDrawn="1"/>
        </p:nvPicPr>
        <p:blipFill>
          <a:blip r:embed="rId8" cstate="print"/>
          <a:stretch>
            <a:fillRect/>
          </a:stretch>
        </p:blipFill>
        <p:spPr>
          <a:xfrm>
            <a:off x="10435584" y="243434"/>
            <a:ext cx="1431771" cy="108000"/>
          </a:xfrm>
          <a:prstGeom prst="rect">
            <a:avLst/>
          </a:prstGeom>
        </p:spPr>
      </p:pic>
      <p:sp>
        <p:nvSpPr>
          <p:cNvPr id="13" name="TextBox 12"/>
          <p:cNvSpPr txBox="1"/>
          <p:nvPr userDrawn="1"/>
        </p:nvSpPr>
        <p:spPr>
          <a:xfrm>
            <a:off x="-2903413" y="165100"/>
            <a:ext cx="2903413" cy="8454687"/>
          </a:xfrm>
          <a:prstGeom prst="rect">
            <a:avLst/>
          </a:prstGeom>
          <a:noFill/>
        </p:spPr>
        <p:txBody>
          <a:bodyPr wrap="square" rtlCol="0">
            <a:spAutoFit/>
          </a:bodyPr>
          <a:lstStyle/>
          <a:p>
            <a:pPr>
              <a:lnSpc>
                <a:spcPct val="150000"/>
              </a:lnSpc>
            </a:pPr>
            <a:r>
              <a:rPr lang="zh-CN" altLang="en-US" sz="1400" dirty="0">
                <a:solidFill>
                  <a:schemeClr val="bg1"/>
                </a:solidFill>
              </a:rPr>
              <a:t>排版：</a:t>
            </a:r>
            <a:r>
              <a:rPr lang="zh-CN" altLang="en-US" sz="1400" b="1" dirty="0">
                <a:solidFill>
                  <a:schemeClr val="bg1"/>
                </a:solidFill>
              </a:rPr>
              <a:t>左对齐</a:t>
            </a:r>
            <a:endParaRPr lang="en-US" altLang="zh-CN" sz="1400" b="1" dirty="0">
              <a:solidFill>
                <a:schemeClr val="bg1"/>
              </a:solidFill>
            </a:endParaRPr>
          </a:p>
          <a:p>
            <a:pPr>
              <a:lnSpc>
                <a:spcPct val="150000"/>
              </a:lnSpc>
            </a:pPr>
            <a:r>
              <a:rPr lang="zh-CN" altLang="en-US" sz="1400" dirty="0">
                <a:solidFill>
                  <a:schemeClr val="bg1"/>
                </a:solidFill>
              </a:rPr>
              <a:t>中文字体：</a:t>
            </a:r>
            <a:r>
              <a:rPr lang="zh-CN" altLang="en-US" sz="1400" b="1" dirty="0">
                <a:solidFill>
                  <a:schemeClr val="bg1"/>
                </a:solidFill>
              </a:rPr>
              <a:t>微软雅黑</a:t>
            </a:r>
            <a:endParaRPr lang="en-US" altLang="zh-CN" sz="1400" dirty="0">
              <a:solidFill>
                <a:schemeClr val="bg1"/>
              </a:solidFill>
            </a:endParaRPr>
          </a:p>
          <a:p>
            <a:pPr>
              <a:lnSpc>
                <a:spcPct val="150000"/>
              </a:lnSpc>
            </a:pPr>
            <a:r>
              <a:rPr lang="zh-CN" altLang="en-US" sz="1400" dirty="0">
                <a:solidFill>
                  <a:schemeClr val="bg1"/>
                </a:solidFill>
              </a:rPr>
              <a:t>英文字体：</a:t>
            </a:r>
            <a:r>
              <a:rPr lang="en-US" altLang="zh-CN" sz="1400" b="1" dirty="0">
                <a:solidFill>
                  <a:schemeClr val="bg1"/>
                </a:solidFill>
              </a:rPr>
              <a:t>Arial</a:t>
            </a:r>
            <a:endParaRPr lang="en-US" altLang="zh-CN" sz="1400" dirty="0">
              <a:solidFill>
                <a:schemeClr val="bg1"/>
              </a:solidFill>
            </a:endParaRPr>
          </a:p>
          <a:p>
            <a:pPr>
              <a:lnSpc>
                <a:spcPct val="150000"/>
              </a:lnSpc>
            </a:pPr>
            <a:r>
              <a:rPr lang="zh-CN" altLang="en-US" sz="1400" dirty="0">
                <a:solidFill>
                  <a:schemeClr val="bg1"/>
                </a:solidFill>
              </a:rPr>
              <a:t>正文颜色：</a:t>
            </a:r>
            <a:r>
              <a:rPr lang="en-US" altLang="zh-CN" sz="1400" b="1" dirty="0">
                <a:solidFill>
                  <a:schemeClr val="bg1"/>
                </a:solidFill>
              </a:rPr>
              <a:t>RGB: 89;89;89    </a:t>
            </a:r>
          </a:p>
          <a:p>
            <a:pPr>
              <a:lnSpc>
                <a:spcPct val="150000"/>
              </a:lnSpc>
            </a:pPr>
            <a:r>
              <a:rPr lang="zh-CN" altLang="en-US" sz="1400" dirty="0">
                <a:solidFill>
                  <a:schemeClr val="bg1"/>
                </a:solidFill>
              </a:rPr>
              <a:t>标题</a:t>
            </a:r>
            <a:r>
              <a:rPr lang="en-US" altLang="zh-CN" sz="1400" dirty="0">
                <a:solidFill>
                  <a:schemeClr val="bg1"/>
                </a:solidFill>
              </a:rPr>
              <a:t>/</a:t>
            </a:r>
            <a:r>
              <a:rPr lang="zh-CN" altLang="en-US" sz="1400" dirty="0">
                <a:solidFill>
                  <a:schemeClr val="bg1"/>
                </a:solidFill>
              </a:rPr>
              <a:t>强调颜色</a:t>
            </a:r>
            <a:r>
              <a:rPr lang="en-US" altLang="zh-CN" sz="1400" dirty="0">
                <a:solidFill>
                  <a:schemeClr val="bg1"/>
                </a:solidFill>
              </a:rPr>
              <a:t>: </a:t>
            </a:r>
            <a:r>
              <a:rPr lang="en-US" altLang="zh-CN" sz="1400" b="1" dirty="0">
                <a:solidFill>
                  <a:schemeClr val="bg1"/>
                </a:solidFill>
              </a:rPr>
              <a:t>RGB: 0;0;0</a:t>
            </a: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分隔线条颜色： </a:t>
            </a:r>
            <a:r>
              <a:rPr lang="en-US" altLang="zh-CN" sz="1400" b="1" dirty="0">
                <a:solidFill>
                  <a:schemeClr val="bg1"/>
                </a:solidFill>
              </a:rPr>
              <a:t>RGB: 166;166;166</a:t>
            </a: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分隔线条线粗： </a:t>
            </a:r>
            <a:r>
              <a:rPr lang="en-US" altLang="zh-CN" sz="1400" b="1" dirty="0">
                <a:solidFill>
                  <a:schemeClr val="bg1"/>
                </a:solidFill>
              </a:rPr>
              <a:t>0.75</a:t>
            </a:r>
            <a:r>
              <a:rPr lang="zh-CN" altLang="en-US" sz="1400" b="1" dirty="0">
                <a:solidFill>
                  <a:schemeClr val="bg1"/>
                </a:solidFill>
              </a:rPr>
              <a:t>磅</a:t>
            </a:r>
            <a:endParaRPr lang="en-US" altLang="zh-CN" sz="1400" b="1"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用做画面色块使用，三种颜色请搭配使用，同一个页面颜色不能重复使用</a:t>
            </a:r>
            <a:endParaRPr lang="en-US" altLang="zh-CN"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图形与文字搭配做底色使用，深浅搭配使用</a:t>
            </a:r>
            <a:endParaRPr lang="en-US" altLang="zh-CN"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红色仅作局部小范围点缀</a:t>
            </a: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渐变色只用在数据图形的展示方面</a:t>
            </a:r>
            <a:endParaRPr lang="en-US" altLang="zh-CN"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图标：整个胶片出现的图标，使用线稿效果，增加圆形线圈加以辅助；</a:t>
            </a: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图标尺寸为三种</a:t>
            </a:r>
            <a:r>
              <a:rPr lang="en-US" altLang="zh-CN" sz="1400" b="1" dirty="0">
                <a:solidFill>
                  <a:schemeClr val="bg1"/>
                </a:solidFill>
              </a:rPr>
              <a:t>2.4x2.4cm</a:t>
            </a:r>
            <a:r>
              <a:rPr lang="zh-CN" altLang="en-US" sz="1400" b="1" dirty="0">
                <a:solidFill>
                  <a:schemeClr val="bg1"/>
                </a:solidFill>
              </a:rPr>
              <a:t>，</a:t>
            </a:r>
            <a:r>
              <a:rPr lang="en-US" altLang="zh-CN" sz="1400" b="1" dirty="0">
                <a:solidFill>
                  <a:schemeClr val="bg1"/>
                </a:solidFill>
              </a:rPr>
              <a:t>1.6x1.6cm</a:t>
            </a:r>
            <a:r>
              <a:rPr lang="zh-CN" altLang="en-US" sz="1400" b="1" dirty="0">
                <a:solidFill>
                  <a:schemeClr val="bg1"/>
                </a:solidFill>
              </a:rPr>
              <a:t>，</a:t>
            </a:r>
            <a:r>
              <a:rPr lang="en-US" altLang="zh-CN" sz="1400" b="1" dirty="0">
                <a:solidFill>
                  <a:schemeClr val="bg1"/>
                </a:solidFill>
              </a:rPr>
              <a:t>0.9x0.9cm</a:t>
            </a:r>
          </a:p>
          <a:p>
            <a:pPr marL="0" marR="0" indent="0" algn="l" defTabSz="1219444" rtl="0" eaLnBrk="1" fontAlgn="auto" latinLnBrk="0" hangingPunct="1">
              <a:lnSpc>
                <a:spcPct val="150000"/>
              </a:lnSpc>
              <a:spcBef>
                <a:spcPts val="0"/>
              </a:spcBef>
              <a:spcAft>
                <a:spcPts val="0"/>
              </a:spcAft>
              <a:buClrTx/>
              <a:buSzTx/>
              <a:buFontTx/>
              <a:buNone/>
              <a:tabLst/>
              <a:defRPr/>
            </a:pPr>
            <a:r>
              <a:rPr lang="zh-CN" altLang="en-US" sz="1400" dirty="0">
                <a:solidFill>
                  <a:schemeClr val="bg1"/>
                </a:solidFill>
              </a:rPr>
              <a:t>图片：</a:t>
            </a:r>
            <a:r>
              <a:rPr lang="zh-CN" altLang="en-US" sz="1400" b="1" dirty="0">
                <a:solidFill>
                  <a:schemeClr val="bg1"/>
                </a:solidFill>
              </a:rPr>
              <a:t>选择亮度高、自然化的图片；</a:t>
            </a:r>
          </a:p>
          <a:p>
            <a:pPr marL="0" marR="0" indent="0" algn="l" defTabSz="1219444" rtl="0" eaLnBrk="1" fontAlgn="auto" latinLnBrk="0" hangingPunct="1">
              <a:lnSpc>
                <a:spcPct val="150000"/>
              </a:lnSpc>
              <a:spcBef>
                <a:spcPts val="0"/>
              </a:spcBef>
              <a:spcAft>
                <a:spcPts val="0"/>
              </a:spcAft>
              <a:buClrTx/>
              <a:buSzTx/>
              <a:buFontTx/>
              <a:buNone/>
              <a:tabLst/>
              <a:defRPr/>
            </a:pPr>
            <a:endParaRPr lang="en-US" altLang="zh-CN"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endParaRPr lang="zh-CN" altLang="en-US"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endParaRPr lang="zh-CN" altLang="en-US"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endParaRPr lang="zh-CN" altLang="en-US" sz="1400" dirty="0">
              <a:solidFill>
                <a:schemeClr val="bg1"/>
              </a:solidFill>
            </a:endParaRPr>
          </a:p>
          <a:p>
            <a:pPr marL="0" marR="0" indent="0" algn="l" defTabSz="1219444" rtl="0" eaLnBrk="1" fontAlgn="auto" latinLnBrk="0" hangingPunct="1">
              <a:lnSpc>
                <a:spcPct val="150000"/>
              </a:lnSpc>
              <a:spcBef>
                <a:spcPts val="0"/>
              </a:spcBef>
              <a:spcAft>
                <a:spcPts val="0"/>
              </a:spcAft>
              <a:buClrTx/>
              <a:buSzTx/>
              <a:buFontTx/>
              <a:buNone/>
              <a:tabLst/>
              <a:defRPr/>
            </a:pPr>
            <a:endParaRPr lang="en-US" altLang="zh-CN" sz="1400" dirty="0">
              <a:solidFill>
                <a:schemeClr val="bg1"/>
              </a:solidFill>
            </a:endParaRPr>
          </a:p>
          <a:p>
            <a:pPr>
              <a:lnSpc>
                <a:spcPct val="150000"/>
              </a:lnSpc>
            </a:pPr>
            <a:endParaRPr lang="zh-CN" altLang="en-US" sz="1400" dirty="0">
              <a:solidFill>
                <a:schemeClr val="bg1"/>
              </a:solidFill>
            </a:endParaRPr>
          </a:p>
        </p:txBody>
      </p:sp>
      <p:sp>
        <p:nvSpPr>
          <p:cNvPr id="14" name="矩形 13"/>
          <p:cNvSpPr/>
          <p:nvPr userDrawn="1"/>
        </p:nvSpPr>
        <p:spPr>
          <a:xfrm>
            <a:off x="14450435" y="1511300"/>
            <a:ext cx="360000" cy="360000"/>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sym typeface="Arial"/>
            </a:endParaRPr>
          </a:p>
        </p:txBody>
      </p:sp>
      <p:sp>
        <p:nvSpPr>
          <p:cNvPr id="15" name="矩形 14"/>
          <p:cNvSpPr/>
          <p:nvPr userDrawn="1"/>
        </p:nvSpPr>
        <p:spPr>
          <a:xfrm>
            <a:off x="14450435" y="981522"/>
            <a:ext cx="360000" cy="360000"/>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6" name="矩形 15"/>
          <p:cNvSpPr/>
          <p:nvPr userDrawn="1"/>
        </p:nvSpPr>
        <p:spPr>
          <a:xfrm>
            <a:off x="14450435" y="469086"/>
            <a:ext cx="360000" cy="360000"/>
          </a:xfrm>
          <a:prstGeom prst="rect">
            <a:avLst/>
          </a:prstGeom>
          <a:gradFill flip="none" rotWithShape="1">
            <a:gsLst>
              <a:gs pos="0">
                <a:srgbClr val="94A5B8"/>
              </a:gs>
              <a:gs pos="100000">
                <a:srgbClr val="7A8EA3"/>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14810435" y="1511300"/>
            <a:ext cx="360000" cy="360000"/>
          </a:xfrm>
          <a:prstGeom prst="rect">
            <a:avLst/>
          </a:prstGeom>
          <a:gradFill flip="none" rotWithShape="1">
            <a:gsLst>
              <a:gs pos="0">
                <a:srgbClr val="ECF0F2"/>
              </a:gs>
              <a:gs pos="100000">
                <a:srgbClr val="D9DE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latin typeface="+mn-ea"/>
              <a:sym typeface="Arial"/>
            </a:endParaRPr>
          </a:p>
        </p:txBody>
      </p:sp>
      <p:sp>
        <p:nvSpPr>
          <p:cNvPr id="18" name="矩形 17"/>
          <p:cNvSpPr/>
          <p:nvPr userDrawn="1"/>
        </p:nvSpPr>
        <p:spPr>
          <a:xfrm>
            <a:off x="14810435" y="981522"/>
            <a:ext cx="360000" cy="360000"/>
          </a:xfrm>
          <a:prstGeom prst="rect">
            <a:avLst/>
          </a:prstGeom>
          <a:gradFill flip="none" rotWithShape="1">
            <a:gsLst>
              <a:gs pos="0">
                <a:srgbClr val="E3E9EF"/>
              </a:gs>
              <a:gs pos="100000">
                <a:srgbClr val="EBEFF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sym typeface="Arial"/>
            </a:endParaRPr>
          </a:p>
        </p:txBody>
      </p:sp>
      <p:sp>
        <p:nvSpPr>
          <p:cNvPr id="19" name="矩形 18"/>
          <p:cNvSpPr/>
          <p:nvPr userDrawn="1"/>
        </p:nvSpPr>
        <p:spPr>
          <a:xfrm>
            <a:off x="14810435" y="468784"/>
            <a:ext cx="360000" cy="360000"/>
          </a:xfrm>
          <a:prstGeom prst="rect">
            <a:avLst/>
          </a:prstGeom>
          <a:gradFill flip="none" rotWithShape="1">
            <a:gsLst>
              <a:gs pos="0">
                <a:srgbClr val="D6E5F2"/>
              </a:gs>
              <a:gs pos="100000">
                <a:srgbClr val="BFD1E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sym typeface="Arial"/>
            </a:endParaRPr>
          </a:p>
        </p:txBody>
      </p:sp>
      <p:sp>
        <p:nvSpPr>
          <p:cNvPr id="20" name="矩形 19"/>
          <p:cNvSpPr/>
          <p:nvPr userDrawn="1"/>
        </p:nvSpPr>
        <p:spPr>
          <a:xfrm>
            <a:off x="14450435" y="2011080"/>
            <a:ext cx="360000" cy="360000"/>
          </a:xfrm>
          <a:prstGeom prst="rect">
            <a:avLst/>
          </a:prstGeom>
          <a:gradFill flip="none" rotWithShape="1">
            <a:gsLst>
              <a:gs pos="0">
                <a:srgbClr val="EBEBEB"/>
              </a:gs>
              <a:gs pos="100000">
                <a:srgbClr val="F0F0F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latin typeface="+mn-ea"/>
              <a:sym typeface="Arial"/>
            </a:endParaRPr>
          </a:p>
        </p:txBody>
      </p:sp>
      <p:sp>
        <p:nvSpPr>
          <p:cNvPr id="21" name="TextBox 20"/>
          <p:cNvSpPr txBox="1"/>
          <p:nvPr userDrawn="1"/>
        </p:nvSpPr>
        <p:spPr>
          <a:xfrm>
            <a:off x="12362283" y="490230"/>
            <a:ext cx="902811" cy="307777"/>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2" name="TextBox 21"/>
          <p:cNvSpPr txBox="1"/>
          <p:nvPr userDrawn="1"/>
        </p:nvSpPr>
        <p:spPr>
          <a:xfrm>
            <a:off x="12362283" y="1004329"/>
            <a:ext cx="902811" cy="307777"/>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3" name="TextBox 22"/>
          <p:cNvSpPr txBox="1"/>
          <p:nvPr userDrawn="1"/>
        </p:nvSpPr>
        <p:spPr>
          <a:xfrm>
            <a:off x="12362283" y="1518428"/>
            <a:ext cx="902811" cy="307777"/>
          </a:xfrm>
          <a:prstGeom prst="rect">
            <a:avLst/>
          </a:prstGeom>
          <a:noFill/>
        </p:spPr>
        <p:txBody>
          <a:bodyPr wrap="none" rtlCol="0">
            <a:spAutoFit/>
          </a:bodyPr>
          <a:lstStyle/>
          <a:p>
            <a:r>
              <a:rPr lang="zh-CN" altLang="en-US" sz="1400" dirty="0">
                <a:solidFill>
                  <a:schemeClr val="bg1"/>
                </a:solidFill>
              </a:rPr>
              <a:t>图标底色</a:t>
            </a:r>
            <a:endParaRPr lang="en-US" altLang="zh-CN" sz="1400" dirty="0">
              <a:solidFill>
                <a:schemeClr val="bg1"/>
              </a:solidFill>
            </a:endParaRPr>
          </a:p>
        </p:txBody>
      </p:sp>
      <p:sp>
        <p:nvSpPr>
          <p:cNvPr id="24" name="TextBox 23"/>
          <p:cNvSpPr txBox="1"/>
          <p:nvPr userDrawn="1"/>
        </p:nvSpPr>
        <p:spPr>
          <a:xfrm>
            <a:off x="12362283" y="2032526"/>
            <a:ext cx="902811" cy="307777"/>
          </a:xfrm>
          <a:prstGeom prst="rect">
            <a:avLst/>
          </a:prstGeom>
          <a:noFill/>
        </p:spPr>
        <p:txBody>
          <a:bodyPr wrap="none" rtlCol="0">
            <a:spAutoFit/>
          </a:bodyPr>
          <a:lstStyle/>
          <a:p>
            <a:r>
              <a:rPr lang="zh-CN" altLang="en-US" sz="1400" dirty="0">
                <a:solidFill>
                  <a:schemeClr val="bg1"/>
                </a:solidFill>
              </a:rPr>
              <a:t>文字底色</a:t>
            </a:r>
            <a:endParaRPr lang="en-US" altLang="zh-CN" sz="1400" dirty="0">
              <a:solidFill>
                <a:schemeClr val="bg1"/>
              </a:solidFill>
            </a:endParaRPr>
          </a:p>
        </p:txBody>
      </p:sp>
      <p:sp>
        <p:nvSpPr>
          <p:cNvPr id="25" name="矩形 24"/>
          <p:cNvSpPr/>
          <p:nvPr userDrawn="1"/>
        </p:nvSpPr>
        <p:spPr>
          <a:xfrm>
            <a:off x="14450435" y="2565698"/>
            <a:ext cx="360000" cy="360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28600" algn="ctr" fontAlgn="ctr">
              <a:buClr>
                <a:srgbClr val="990000"/>
              </a:buClr>
              <a:buSzPct val="60000"/>
              <a:defRPr/>
            </a:pPr>
            <a:endParaRPr lang="zh-CN" altLang="en-US">
              <a:latin typeface="+mn-ea"/>
              <a:sym typeface="Arial"/>
            </a:endParaRPr>
          </a:p>
        </p:txBody>
      </p:sp>
      <p:sp>
        <p:nvSpPr>
          <p:cNvPr id="26" name="矩形 25"/>
          <p:cNvSpPr/>
          <p:nvPr userDrawn="1"/>
        </p:nvSpPr>
        <p:spPr>
          <a:xfrm>
            <a:off x="14450435" y="3135097"/>
            <a:ext cx="360000" cy="360000"/>
          </a:xfrm>
          <a:prstGeom prst="rect">
            <a:avLst/>
          </a:prstGeom>
          <a:gradFill flip="none" rotWithShape="1">
            <a:gsLst>
              <a:gs pos="0">
                <a:srgbClr val="C2D3E2"/>
              </a:gs>
              <a:gs pos="100000">
                <a:srgbClr val="CCDAE7"/>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p:cNvSpPr/>
          <p:nvPr userDrawn="1"/>
        </p:nvSpPr>
        <p:spPr>
          <a:xfrm>
            <a:off x="14810435" y="3135097"/>
            <a:ext cx="360000" cy="360000"/>
          </a:xfrm>
          <a:prstGeom prst="rect">
            <a:avLst/>
          </a:prstGeom>
          <a:gradFill flip="none" rotWithShape="1">
            <a:gsLst>
              <a:gs pos="0">
                <a:srgbClr val="CE0B0F"/>
              </a:gs>
              <a:gs pos="100000">
                <a:srgbClr val="F1937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8" name="矩形 27"/>
          <p:cNvSpPr/>
          <p:nvPr userDrawn="1"/>
        </p:nvSpPr>
        <p:spPr>
          <a:xfrm>
            <a:off x="14450435" y="3717866"/>
            <a:ext cx="360000" cy="360000"/>
          </a:xfrm>
          <a:prstGeom prst="rect">
            <a:avLst/>
          </a:prstGeom>
          <a:gradFill flip="none" rotWithShape="1">
            <a:gsLst>
              <a:gs pos="0">
                <a:srgbClr val="F1F5F9"/>
              </a:gs>
              <a:gs pos="100000">
                <a:srgbClr val="CCDAE7">
                  <a:alpha val="47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9" name="矩形 28"/>
          <p:cNvSpPr/>
          <p:nvPr userDrawn="1"/>
        </p:nvSpPr>
        <p:spPr>
          <a:xfrm>
            <a:off x="14810435" y="3717866"/>
            <a:ext cx="360000" cy="360000"/>
          </a:xfrm>
          <a:prstGeom prst="rect">
            <a:avLst/>
          </a:prstGeom>
          <a:gradFill flip="none" rotWithShape="1">
            <a:gsLst>
              <a:gs pos="0">
                <a:srgbClr val="FE4B4B"/>
              </a:gs>
              <a:gs pos="100000">
                <a:srgbClr val="CC756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0" name="TextBox 29"/>
          <p:cNvSpPr txBox="1"/>
          <p:nvPr userDrawn="1"/>
        </p:nvSpPr>
        <p:spPr>
          <a:xfrm>
            <a:off x="12362283" y="3156543"/>
            <a:ext cx="543739" cy="307777"/>
          </a:xfrm>
          <a:prstGeom prst="rect">
            <a:avLst/>
          </a:prstGeom>
          <a:noFill/>
        </p:spPr>
        <p:txBody>
          <a:bodyPr wrap="none" rtlCol="0">
            <a:spAutoFit/>
          </a:bodyPr>
          <a:lstStyle/>
          <a:p>
            <a:r>
              <a:rPr lang="zh-CN" altLang="en-US" sz="1400" dirty="0">
                <a:solidFill>
                  <a:schemeClr val="bg1"/>
                </a:solidFill>
              </a:rPr>
              <a:t>白底</a:t>
            </a:r>
            <a:endParaRPr lang="en-US" altLang="zh-CN" sz="1400" dirty="0">
              <a:solidFill>
                <a:schemeClr val="bg1"/>
              </a:solidFill>
            </a:endParaRPr>
          </a:p>
        </p:txBody>
      </p:sp>
      <p:sp>
        <p:nvSpPr>
          <p:cNvPr id="31" name="TextBox 30"/>
          <p:cNvSpPr txBox="1"/>
          <p:nvPr userDrawn="1"/>
        </p:nvSpPr>
        <p:spPr>
          <a:xfrm>
            <a:off x="12362283" y="3739312"/>
            <a:ext cx="723275" cy="307777"/>
          </a:xfrm>
          <a:prstGeom prst="rect">
            <a:avLst/>
          </a:prstGeom>
          <a:noFill/>
        </p:spPr>
        <p:txBody>
          <a:bodyPr wrap="none" rtlCol="0">
            <a:spAutoFit/>
          </a:bodyPr>
          <a:lstStyle/>
          <a:p>
            <a:r>
              <a:rPr lang="zh-CN" altLang="en-US" sz="1400" dirty="0">
                <a:solidFill>
                  <a:schemeClr val="bg1"/>
                </a:solidFill>
              </a:rPr>
              <a:t>有色底</a:t>
            </a:r>
            <a:endParaRPr lang="en-US" altLang="zh-CN" sz="1400" dirty="0">
              <a:solidFill>
                <a:schemeClr val="bg1"/>
              </a:solidFill>
            </a:endParaRPr>
          </a:p>
        </p:txBody>
      </p:sp>
      <p:sp>
        <p:nvSpPr>
          <p:cNvPr id="32" name="矩形 31"/>
          <p:cNvSpPr/>
          <p:nvPr userDrawn="1"/>
        </p:nvSpPr>
        <p:spPr>
          <a:xfrm>
            <a:off x="14810435" y="4268589"/>
            <a:ext cx="360000" cy="360000"/>
          </a:xfrm>
          <a:prstGeom prst="rect">
            <a:avLst/>
          </a:prstGeom>
          <a:gradFill flip="none" rotWithShape="1">
            <a:gsLst>
              <a:gs pos="0">
                <a:srgbClr val="F5D9D0"/>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3" name="矩形 32"/>
          <p:cNvSpPr/>
          <p:nvPr userDrawn="1"/>
        </p:nvSpPr>
        <p:spPr>
          <a:xfrm>
            <a:off x="14450435" y="4268589"/>
            <a:ext cx="360000" cy="360000"/>
          </a:xfrm>
          <a:prstGeom prst="rect">
            <a:avLst/>
          </a:prstGeom>
          <a:gradFill flip="none" rotWithShape="1">
            <a:gsLst>
              <a:gs pos="0">
                <a:srgbClr val="DCDFE3">
                  <a:alpha val="51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4" name="TextBox 33"/>
          <p:cNvSpPr txBox="1"/>
          <p:nvPr userDrawn="1"/>
        </p:nvSpPr>
        <p:spPr>
          <a:xfrm>
            <a:off x="12362283" y="4268589"/>
            <a:ext cx="1800493" cy="307777"/>
          </a:xfrm>
          <a:prstGeom prst="rect">
            <a:avLst/>
          </a:prstGeom>
          <a:noFill/>
        </p:spPr>
        <p:txBody>
          <a:bodyPr wrap="none" rtlCol="0">
            <a:spAutoFit/>
          </a:bodyPr>
          <a:lstStyle/>
          <a:p>
            <a:r>
              <a:rPr lang="zh-CN" altLang="en-US" sz="1400" dirty="0">
                <a:solidFill>
                  <a:schemeClr val="bg1"/>
                </a:solidFill>
              </a:rPr>
              <a:t>与渐变图形搭配使用</a:t>
            </a:r>
            <a:endParaRPr lang="en-US" altLang="zh-CN" sz="1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703" r:id="rId1"/>
    <p:sldLayoutId id="2147483692" r:id="rId2"/>
    <p:sldLayoutId id="2147483693" r:id="rId3"/>
    <p:sldLayoutId id="2147483695" r:id="rId4"/>
  </p:sldLayoutIdLst>
  <p:txStyles>
    <p:titleStyle>
      <a:lvl1pPr algn="l" defTabSz="914400" rtl="0" eaLnBrk="1" latinLnBrk="0" hangingPunct="1">
        <a:spcBef>
          <a:spcPct val="0"/>
        </a:spcBef>
        <a:buNone/>
        <a:defRPr sz="3200" kern="1200" baseline="0">
          <a:solidFill>
            <a:schemeClr val="tx1"/>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rgbClr val="595959"/>
          </a:solidFill>
          <a:latin typeface="微软雅黑" pitchFamily="34" charset="-122"/>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400" kern="1200">
          <a:solidFill>
            <a:srgbClr val="595959"/>
          </a:solidFill>
          <a:latin typeface="微软雅黑" pitchFamily="34" charset="-122"/>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000" kern="1200">
          <a:solidFill>
            <a:srgbClr val="595959"/>
          </a:solidFill>
          <a:latin typeface="微软雅黑" pitchFamily="34" charset="-122"/>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1800" kern="1200">
          <a:solidFill>
            <a:srgbClr val="595959"/>
          </a:solidFill>
          <a:latin typeface="微软雅黑" pitchFamily="34" charset="-122"/>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1600" kern="1200">
          <a:solidFill>
            <a:srgbClr val="595959"/>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组合 4"/>
          <p:cNvGrpSpPr/>
          <p:nvPr userDrawn="1"/>
        </p:nvGrpSpPr>
        <p:grpSpPr>
          <a:xfrm>
            <a:off x="0" y="0"/>
            <a:ext cx="12196690" cy="6859588"/>
            <a:chOff x="0" y="0"/>
            <a:chExt cx="12196690" cy="6859588"/>
          </a:xfrm>
        </p:grpSpPr>
        <p:grpSp>
          <p:nvGrpSpPr>
            <p:cNvPr id="7" name="组合 8"/>
            <p:cNvGrpSpPr/>
            <p:nvPr/>
          </p:nvGrpSpPr>
          <p:grpSpPr>
            <a:xfrm>
              <a:off x="0" y="0"/>
              <a:ext cx="12196690" cy="6859588"/>
              <a:chOff x="0" y="0"/>
              <a:chExt cx="12196690" cy="6859588"/>
            </a:xfrm>
          </p:grpSpPr>
          <p:pic>
            <p:nvPicPr>
              <p:cNvPr id="9" name="Picture 3" descr="E:\01 日常工作\04 展厅相关设计\2016年\2017 cebit\PPT模板设计\封面 16_9  浅色副本.jpg"/>
              <p:cNvPicPr>
                <a:picLocks noChangeAspect="1" noChangeArrowheads="1"/>
              </p:cNvPicPr>
              <p:nvPr/>
            </p:nvPicPr>
            <p:blipFill>
              <a:blip r:embed="rId3" cstate="print"/>
              <a:srcRect/>
              <a:stretch>
                <a:fillRect/>
              </a:stretch>
            </p:blipFill>
            <p:spPr bwMode="auto">
              <a:xfrm>
                <a:off x="0" y="0"/>
                <a:ext cx="12196690" cy="6859588"/>
              </a:xfrm>
              <a:prstGeom prst="rect">
                <a:avLst/>
              </a:prstGeom>
              <a:noFill/>
            </p:spPr>
          </p:pic>
          <p:sp>
            <p:nvSpPr>
              <p:cNvPr id="12" name="TextBox 22"/>
              <p:cNvSpPr txBox="1"/>
              <p:nvPr/>
            </p:nvSpPr>
            <p:spPr>
              <a:xfrm>
                <a:off x="613522" y="5578532"/>
                <a:ext cx="7708900" cy="746358"/>
              </a:xfrm>
              <a:prstGeom prst="rect">
                <a:avLst/>
              </a:prstGeom>
              <a:noFill/>
            </p:spPr>
            <p:txBody>
              <a:bodyPr wrap="square" rtlCol="0">
                <a:spAutoFit/>
              </a:bodyPr>
              <a:lstStyle/>
              <a:p>
                <a:pPr algn="l">
                  <a:lnSpc>
                    <a:spcPct val="100000"/>
                  </a:lnSpc>
                  <a:buNone/>
                </a:pPr>
                <a:r>
                  <a:rPr lang="en-US" altLang="zh-CN" sz="1050" b="1" kern="1200" dirty="0">
                    <a:solidFill>
                      <a:schemeClr val="bg1">
                        <a:lumMod val="65000"/>
                      </a:schemeClr>
                    </a:solidFill>
                    <a:effectLst/>
                    <a:latin typeface="+mn-lt"/>
                    <a:ea typeface="宋体" charset="-122"/>
                    <a:cs typeface="Arial" pitchFamily="34" charset="0"/>
                  </a:rPr>
                  <a:t>Copyright©2017 Huawei Technologies Co., Ltd. All Rights Reserved.</a:t>
                </a:r>
                <a:endParaRPr lang="zh-CN" altLang="zh-CN" sz="1050" kern="1200" dirty="0">
                  <a:solidFill>
                    <a:schemeClr val="bg1">
                      <a:lumMod val="65000"/>
                    </a:schemeClr>
                  </a:solidFill>
                  <a:effectLst/>
                  <a:latin typeface="+mn-lt"/>
                  <a:ea typeface="宋体" charset="-122"/>
                  <a:cs typeface="Arial" pitchFamily="34" charset="0"/>
                </a:endParaRPr>
              </a:p>
              <a:p>
                <a:pPr algn="l">
                  <a:lnSpc>
                    <a:spcPct val="100000"/>
                  </a:lnSpc>
                  <a:buNone/>
                </a:pPr>
                <a:r>
                  <a:rPr lang="en-US" altLang="zh-CN" sz="800" kern="1200" dirty="0">
                    <a:solidFill>
                      <a:schemeClr val="bg1">
                        <a:lumMod val="65000"/>
                      </a:schemeClr>
                    </a:solidFill>
                    <a:effectLst/>
                    <a:latin typeface="+mn-lt"/>
                    <a:ea typeface="宋体" charset="-122"/>
                    <a:cs typeface="Arial"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800" kern="1200" dirty="0">
                  <a:solidFill>
                    <a:schemeClr val="bg1">
                      <a:lumMod val="65000"/>
                    </a:schemeClr>
                  </a:solidFill>
                  <a:effectLst/>
                  <a:latin typeface="+mn-lt"/>
                  <a:ea typeface="宋体" charset="-122"/>
                  <a:cs typeface="Arial" pitchFamily="34" charset="0"/>
                </a:endParaRPr>
              </a:p>
            </p:txBody>
          </p:sp>
        </p:grpSp>
        <p:sp>
          <p:nvSpPr>
            <p:cNvPr id="8" name="TextBox 20"/>
            <p:cNvSpPr txBox="1"/>
            <p:nvPr/>
          </p:nvSpPr>
          <p:spPr>
            <a:xfrm>
              <a:off x="6494370" y="2659740"/>
              <a:ext cx="5443630" cy="904863"/>
            </a:xfrm>
            <a:prstGeom prst="rect">
              <a:avLst/>
            </a:prstGeom>
            <a:noFill/>
            <a:effectLst/>
          </p:spPr>
          <p:txBody>
            <a:bodyPr wrap="square" rtlCol="0" anchor="ctr">
              <a:spAutoFit/>
            </a:bodyPr>
            <a:lstStyle/>
            <a:p>
              <a:pPr algn="ctr">
                <a:lnSpc>
                  <a:spcPct val="80000"/>
                </a:lnSpc>
              </a:pPr>
              <a:r>
                <a:rPr lang="en-US" altLang="zh-CN" sz="6600" b="1" i="0" dirty="0">
                  <a:solidFill>
                    <a:schemeClr val="tx1">
                      <a:lumMod val="75000"/>
                      <a:lumOff val="25000"/>
                    </a:schemeClr>
                  </a:solidFill>
                </a:rPr>
                <a:t>THANK YOU</a:t>
              </a:r>
              <a:endParaRPr lang="zh-CN" altLang="en-US" sz="6600" b="1" i="0" dirty="0">
                <a:solidFill>
                  <a:schemeClr val="tx1">
                    <a:lumMod val="75000"/>
                    <a:lumOff val="25000"/>
                  </a:schemeClr>
                </a:solidFill>
              </a:endParaRPr>
            </a:p>
          </p:txBody>
        </p:sp>
      </p:grpSp>
    </p:spTree>
    <p:extLst>
      <p:ext uri="{BB962C8B-B14F-4D97-AF65-F5344CB8AC3E}">
        <p14:creationId xmlns:p14="http://schemas.microsoft.com/office/powerpoint/2010/main" val="1008930075"/>
      </p:ext>
    </p:extLst>
  </p:cSld>
  <p:clrMap bg1="lt1" tx1="dk1" bg2="lt2" tx2="dk2" accent1="accent1" accent2="accent2" accent3="accent3" accent4="accent4" accent5="accent5" accent6="accent6" hlink="hlink" folHlink="folHlink"/>
  <p:sldLayoutIdLst>
    <p:sldLayoutId id="2147483673" r:id="rId1"/>
  </p:sldLayoutIdLst>
  <p:txStyles>
    <p:titleStyle>
      <a:lvl1pPr algn="ctr" defTabSz="1219444" rtl="0" eaLnBrk="1" latinLnBrk="0" hangingPunct="1">
        <a:spcBef>
          <a:spcPct val="0"/>
        </a:spcBef>
        <a:buNone/>
        <a:defRPr sz="5900" kern="1200">
          <a:solidFill>
            <a:schemeClr val="tx1"/>
          </a:solidFill>
          <a:latin typeface="+mj-lt"/>
          <a:ea typeface="+mj-ea"/>
          <a:cs typeface="+mj-cs"/>
        </a:defRPr>
      </a:lvl1pPr>
    </p:titleStyle>
    <p:bodyStyle>
      <a:lvl1pPr marL="457291" indent="-457291" algn="l" defTabSz="1219444"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798" indent="-381076" algn="l" defTabSz="1219444"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4305" indent="-304861" algn="l" defTabSz="1219444"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4027"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749"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3471"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192"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2914"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2636" indent="-304861" algn="l" defTabSz="1219444"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6" y="6358411"/>
            <a:ext cx="1463276" cy="230885"/>
          </a:xfrm>
          <a:prstGeom prst="rect">
            <a:avLst/>
          </a:prstGeom>
          <a:noFill/>
        </p:spPr>
        <p:txBody>
          <a:bodyPr wrap="square" rtlCol="0">
            <a:spAutoFit/>
          </a:bodyPr>
          <a:lstStyle/>
          <a:p>
            <a:pPr defTabSz="914295"/>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90"/>
            <a:ext cx="499664" cy="138531"/>
          </a:xfrm>
          <a:prstGeom prst="rect">
            <a:avLst/>
          </a:prstGeom>
          <a:noFill/>
        </p:spPr>
        <p:txBody>
          <a:bodyPr wrap="square" lIns="0" tIns="0" rIns="0" bIns="0" rtlCol="0">
            <a:spAutoFit/>
          </a:bodyPr>
          <a:lstStyle/>
          <a:p>
            <a:pPr defTabSz="890671">
              <a:defRPr/>
            </a:pPr>
            <a:fld id="{C3837181-38C6-AD4F-B8BA-B444770388BB}" type="slidenum">
              <a:rPr lang="en-US" sz="900">
                <a:solidFill>
                  <a:srgbClr val="1D1D1B"/>
                </a:solidFill>
                <a:latin typeface="Arial" panose="020B0604020202020204" pitchFamily="34" charset="0"/>
                <a:cs typeface="Arial" panose="020B0604020202020204" pitchFamily="34" charset="0"/>
              </a:rPr>
              <a:pPr defTabSz="890671">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9"/>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185C</a:t>
              </a:r>
            </a:p>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186C</a:t>
              </a:r>
            </a:p>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p>
            <a:p>
              <a:pPr algn="ctr" defTabSz="914295">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375042945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5" r:id="rId7"/>
  </p:sldLayoutIdLst>
  <p:hf hdr="0" ftr="0" dt="0"/>
  <p:txStyles>
    <p:titleStyle>
      <a:lvl1pPr algn="l" defTabSz="118756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890" indent="-296890" algn="l" defTabSz="1187560" rtl="0" eaLnBrk="1" latinLnBrk="0" hangingPunct="1">
        <a:lnSpc>
          <a:spcPct val="90000"/>
        </a:lnSpc>
        <a:spcBef>
          <a:spcPts val="1298"/>
        </a:spcBef>
        <a:buFont typeface="Arial" panose="020B0604020202020204" pitchFamily="34" charset="0"/>
        <a:buChar char="•"/>
        <a:defRPr sz="3636" kern="1200">
          <a:solidFill>
            <a:schemeClr val="tx1"/>
          </a:solidFill>
          <a:latin typeface="+mn-lt"/>
          <a:ea typeface="+mn-ea"/>
          <a:cs typeface="+mn-cs"/>
        </a:defRPr>
      </a:lvl1pPr>
      <a:lvl2pPr marL="890671" indent="-296890" algn="l" defTabSz="1187560"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451" indent="-296890" algn="l" defTabSz="1187560"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23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2012"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79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957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335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713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560" rtl="0" eaLnBrk="1" latinLnBrk="0" hangingPunct="1">
        <a:defRPr sz="2337" kern="1200">
          <a:solidFill>
            <a:schemeClr val="tx1"/>
          </a:solidFill>
          <a:latin typeface="+mn-lt"/>
          <a:ea typeface="+mn-ea"/>
          <a:cs typeface="+mn-cs"/>
        </a:defRPr>
      </a:lvl1pPr>
      <a:lvl2pPr marL="593781" algn="l" defTabSz="1187560" rtl="0" eaLnBrk="1" latinLnBrk="0" hangingPunct="1">
        <a:defRPr sz="2337" kern="1200">
          <a:solidFill>
            <a:schemeClr val="tx1"/>
          </a:solidFill>
          <a:latin typeface="+mn-lt"/>
          <a:ea typeface="+mn-ea"/>
          <a:cs typeface="+mn-cs"/>
        </a:defRPr>
      </a:lvl2pPr>
      <a:lvl3pPr marL="1187560" algn="l" defTabSz="1187560" rtl="0" eaLnBrk="1" latinLnBrk="0" hangingPunct="1">
        <a:defRPr sz="2337" kern="1200">
          <a:solidFill>
            <a:schemeClr val="tx1"/>
          </a:solidFill>
          <a:latin typeface="+mn-lt"/>
          <a:ea typeface="+mn-ea"/>
          <a:cs typeface="+mn-cs"/>
        </a:defRPr>
      </a:lvl3pPr>
      <a:lvl4pPr marL="1781342" algn="l" defTabSz="1187560" rtl="0" eaLnBrk="1" latinLnBrk="0" hangingPunct="1">
        <a:defRPr sz="2337" kern="1200">
          <a:solidFill>
            <a:schemeClr val="tx1"/>
          </a:solidFill>
          <a:latin typeface="+mn-lt"/>
          <a:ea typeface="+mn-ea"/>
          <a:cs typeface="+mn-cs"/>
        </a:defRPr>
      </a:lvl4pPr>
      <a:lvl5pPr marL="2375123" algn="l" defTabSz="1187560" rtl="0" eaLnBrk="1" latinLnBrk="0" hangingPunct="1">
        <a:defRPr sz="2337" kern="1200">
          <a:solidFill>
            <a:schemeClr val="tx1"/>
          </a:solidFill>
          <a:latin typeface="+mn-lt"/>
          <a:ea typeface="+mn-ea"/>
          <a:cs typeface="+mn-cs"/>
        </a:defRPr>
      </a:lvl5pPr>
      <a:lvl6pPr marL="2968903" algn="l" defTabSz="1187560" rtl="0" eaLnBrk="1" latinLnBrk="0" hangingPunct="1">
        <a:defRPr sz="2337" kern="1200">
          <a:solidFill>
            <a:schemeClr val="tx1"/>
          </a:solidFill>
          <a:latin typeface="+mn-lt"/>
          <a:ea typeface="+mn-ea"/>
          <a:cs typeface="+mn-cs"/>
        </a:defRPr>
      </a:lvl6pPr>
      <a:lvl7pPr marL="3562683" algn="l" defTabSz="1187560" rtl="0" eaLnBrk="1" latinLnBrk="0" hangingPunct="1">
        <a:defRPr sz="2337" kern="1200">
          <a:solidFill>
            <a:schemeClr val="tx1"/>
          </a:solidFill>
          <a:latin typeface="+mn-lt"/>
          <a:ea typeface="+mn-ea"/>
          <a:cs typeface="+mn-cs"/>
        </a:defRPr>
      </a:lvl7pPr>
      <a:lvl8pPr marL="4156465" algn="l" defTabSz="1187560" rtl="0" eaLnBrk="1" latinLnBrk="0" hangingPunct="1">
        <a:defRPr sz="2337" kern="1200">
          <a:solidFill>
            <a:schemeClr val="tx1"/>
          </a:solidFill>
          <a:latin typeface="+mn-lt"/>
          <a:ea typeface="+mn-ea"/>
          <a:cs typeface="+mn-cs"/>
        </a:defRPr>
      </a:lvl8pPr>
      <a:lvl9pPr marL="4750245" algn="l" defTabSz="1187560"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6" y="6358411"/>
            <a:ext cx="1463276" cy="230885"/>
          </a:xfrm>
          <a:prstGeom prst="rect">
            <a:avLst/>
          </a:prstGeom>
          <a:noFill/>
        </p:spPr>
        <p:txBody>
          <a:bodyPr wrap="square" rtlCol="0">
            <a:spAutoFit/>
          </a:bodyPr>
          <a:lstStyle/>
          <a:p>
            <a:pPr defTabSz="914295"/>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90"/>
            <a:ext cx="499664" cy="138531"/>
          </a:xfrm>
          <a:prstGeom prst="rect">
            <a:avLst/>
          </a:prstGeom>
          <a:noFill/>
        </p:spPr>
        <p:txBody>
          <a:bodyPr wrap="square" lIns="0" tIns="0" rIns="0" bIns="0" rtlCol="0">
            <a:spAutoFit/>
          </a:bodyPr>
          <a:lstStyle/>
          <a:p>
            <a:pPr defTabSz="890671">
              <a:defRPr/>
            </a:pPr>
            <a:fld id="{C3837181-38C6-AD4F-B8BA-B444770388BB}" type="slidenum">
              <a:rPr lang="en-US" sz="900">
                <a:solidFill>
                  <a:srgbClr val="1D1D1B"/>
                </a:solidFill>
                <a:latin typeface="Arial" panose="020B0604020202020204" pitchFamily="34" charset="0"/>
                <a:cs typeface="Arial" panose="020B0604020202020204" pitchFamily="34" charset="0"/>
              </a:rPr>
              <a:pPr defTabSz="890671">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9"/>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185C</a:t>
              </a:r>
            </a:p>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186C</a:t>
              </a:r>
            </a:p>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p>
            <a:p>
              <a:pPr algn="ctr" defTabSz="914295">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381464371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3" r:id="rId4"/>
    <p:sldLayoutId id="2147483724" r:id="rId5"/>
    <p:sldLayoutId id="2147483726" r:id="rId6"/>
  </p:sldLayoutIdLst>
  <p:hf hdr="0" ftr="0" dt="0"/>
  <p:txStyles>
    <p:titleStyle>
      <a:lvl1pPr algn="l" defTabSz="118756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890" indent="-296890" algn="l" defTabSz="1187560" rtl="0" eaLnBrk="1" latinLnBrk="0" hangingPunct="1">
        <a:lnSpc>
          <a:spcPct val="90000"/>
        </a:lnSpc>
        <a:spcBef>
          <a:spcPts val="1298"/>
        </a:spcBef>
        <a:buFont typeface="Arial" panose="020B0604020202020204" pitchFamily="34" charset="0"/>
        <a:buChar char="•"/>
        <a:defRPr sz="3636" kern="1200">
          <a:solidFill>
            <a:schemeClr val="tx1"/>
          </a:solidFill>
          <a:latin typeface="+mn-lt"/>
          <a:ea typeface="+mn-ea"/>
          <a:cs typeface="+mn-cs"/>
        </a:defRPr>
      </a:lvl1pPr>
      <a:lvl2pPr marL="890671" indent="-296890" algn="l" defTabSz="1187560"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451" indent="-296890" algn="l" defTabSz="1187560"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23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2012"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79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957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335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713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560" rtl="0" eaLnBrk="1" latinLnBrk="0" hangingPunct="1">
        <a:defRPr sz="2337" kern="1200">
          <a:solidFill>
            <a:schemeClr val="tx1"/>
          </a:solidFill>
          <a:latin typeface="+mn-lt"/>
          <a:ea typeface="+mn-ea"/>
          <a:cs typeface="+mn-cs"/>
        </a:defRPr>
      </a:lvl1pPr>
      <a:lvl2pPr marL="593781" algn="l" defTabSz="1187560" rtl="0" eaLnBrk="1" latinLnBrk="0" hangingPunct="1">
        <a:defRPr sz="2337" kern="1200">
          <a:solidFill>
            <a:schemeClr val="tx1"/>
          </a:solidFill>
          <a:latin typeface="+mn-lt"/>
          <a:ea typeface="+mn-ea"/>
          <a:cs typeface="+mn-cs"/>
        </a:defRPr>
      </a:lvl2pPr>
      <a:lvl3pPr marL="1187560" algn="l" defTabSz="1187560" rtl="0" eaLnBrk="1" latinLnBrk="0" hangingPunct="1">
        <a:defRPr sz="2337" kern="1200">
          <a:solidFill>
            <a:schemeClr val="tx1"/>
          </a:solidFill>
          <a:latin typeface="+mn-lt"/>
          <a:ea typeface="+mn-ea"/>
          <a:cs typeface="+mn-cs"/>
        </a:defRPr>
      </a:lvl3pPr>
      <a:lvl4pPr marL="1781342" algn="l" defTabSz="1187560" rtl="0" eaLnBrk="1" latinLnBrk="0" hangingPunct="1">
        <a:defRPr sz="2337" kern="1200">
          <a:solidFill>
            <a:schemeClr val="tx1"/>
          </a:solidFill>
          <a:latin typeface="+mn-lt"/>
          <a:ea typeface="+mn-ea"/>
          <a:cs typeface="+mn-cs"/>
        </a:defRPr>
      </a:lvl4pPr>
      <a:lvl5pPr marL="2375123" algn="l" defTabSz="1187560" rtl="0" eaLnBrk="1" latinLnBrk="0" hangingPunct="1">
        <a:defRPr sz="2337" kern="1200">
          <a:solidFill>
            <a:schemeClr val="tx1"/>
          </a:solidFill>
          <a:latin typeface="+mn-lt"/>
          <a:ea typeface="+mn-ea"/>
          <a:cs typeface="+mn-cs"/>
        </a:defRPr>
      </a:lvl5pPr>
      <a:lvl6pPr marL="2968903" algn="l" defTabSz="1187560" rtl="0" eaLnBrk="1" latinLnBrk="0" hangingPunct="1">
        <a:defRPr sz="2337" kern="1200">
          <a:solidFill>
            <a:schemeClr val="tx1"/>
          </a:solidFill>
          <a:latin typeface="+mn-lt"/>
          <a:ea typeface="+mn-ea"/>
          <a:cs typeface="+mn-cs"/>
        </a:defRPr>
      </a:lvl6pPr>
      <a:lvl7pPr marL="3562683" algn="l" defTabSz="1187560" rtl="0" eaLnBrk="1" latinLnBrk="0" hangingPunct="1">
        <a:defRPr sz="2337" kern="1200">
          <a:solidFill>
            <a:schemeClr val="tx1"/>
          </a:solidFill>
          <a:latin typeface="+mn-lt"/>
          <a:ea typeface="+mn-ea"/>
          <a:cs typeface="+mn-cs"/>
        </a:defRPr>
      </a:lvl7pPr>
      <a:lvl8pPr marL="4156465" algn="l" defTabSz="1187560" rtl="0" eaLnBrk="1" latinLnBrk="0" hangingPunct="1">
        <a:defRPr sz="2337" kern="1200">
          <a:solidFill>
            <a:schemeClr val="tx1"/>
          </a:solidFill>
          <a:latin typeface="+mn-lt"/>
          <a:ea typeface="+mn-ea"/>
          <a:cs typeface="+mn-cs"/>
        </a:defRPr>
      </a:lvl8pPr>
      <a:lvl9pPr marL="4750245" algn="l" defTabSz="1187560"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30885"/>
          </a:xfrm>
          <a:prstGeom prst="rect">
            <a:avLst/>
          </a:prstGeom>
          <a:noFill/>
        </p:spPr>
        <p:txBody>
          <a:bodyPr wrap="square" rtlCol="0">
            <a:spAutoFit/>
          </a:bodyPr>
          <a:lstStyle/>
          <a:p>
            <a:pPr defTabSz="914387"/>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defTabSz="890760">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760">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8"/>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185C</a:t>
              </a:r>
            </a:p>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186C</a:t>
              </a:r>
            </a:p>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p>
            <a:p>
              <a:pPr algn="ctr" defTabSz="914387">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3413241601"/>
      </p:ext>
    </p:extLst>
  </p:cSld>
  <p:clrMap bg1="lt1" tx1="dk1" bg2="lt2" tx2="dk2" accent1="accent1" accent2="accent2" accent3="accent3" accent4="accent4" accent5="accent5" accent6="accent6" hlink="hlink" folHlink="folHlink"/>
  <p:sldLayoutIdLst>
    <p:sldLayoutId id="2147483730" r:id="rId1"/>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0" y="6226031"/>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527521" y="6453097"/>
            <a:ext cx="3569385" cy="24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defRPr/>
            </a:pPr>
            <a:r>
              <a:rPr lang="en-US" altLang="zh-CN" sz="16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014444" y="6387996"/>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7951" y="157201"/>
            <a:ext cx="11655742" cy="377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17" rIns="106837" bIns="53417" numCol="1" anchor="t"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7951" y="735184"/>
            <a:ext cx="11655742" cy="508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53" tIns="53425" rIns="106853" bIns="53425"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9" name="Rectangle 21"/>
          <p:cNvSpPr>
            <a:spLocks noChangeArrowheads="1"/>
          </p:cNvSpPr>
          <p:nvPr userDrawn="1"/>
        </p:nvSpPr>
        <p:spPr bwMode="auto">
          <a:xfrm>
            <a:off x="5048939" y="6467437"/>
            <a:ext cx="2164883" cy="246278"/>
          </a:xfrm>
          <a:prstGeom prst="rect">
            <a:avLst/>
          </a:prstGeom>
          <a:noFill/>
          <a:ln w="9525" algn="ctr">
            <a:noFill/>
            <a:miter lim="800000"/>
            <a:headEnd/>
            <a:tailEnd/>
          </a:ln>
          <a:effectLst/>
        </p:spPr>
        <p:txBody>
          <a:bodyPr wrap="none" lIns="106773" tIns="0" rIns="106773" bIns="0">
            <a:spAutoFit/>
          </a:bodyPr>
          <a:lstStyle/>
          <a:p>
            <a:pPr defTabSz="1068899" eaLnBrk="0" fontAlgn="base" hangingPunct="0">
              <a:spcBef>
                <a:spcPct val="0"/>
              </a:spcBef>
              <a:spcAft>
                <a:spcPct val="0"/>
              </a:spcAft>
              <a:defRPr/>
            </a:pPr>
            <a:r>
              <a:rPr lang="en-US" altLang="zh-CN" sz="1600" dirty="0">
                <a:solidFill>
                  <a:srgbClr val="000000"/>
                </a:solidFill>
              </a:rPr>
              <a:t>Huawei Confidential</a:t>
            </a:r>
          </a:p>
        </p:txBody>
      </p:sp>
      <p:sp>
        <p:nvSpPr>
          <p:cNvPr id="81" name="Rectangle 5"/>
          <p:cNvSpPr>
            <a:spLocks noChangeArrowheads="1"/>
          </p:cNvSpPr>
          <p:nvPr userDrawn="1"/>
        </p:nvSpPr>
        <p:spPr bwMode="auto">
          <a:xfrm>
            <a:off x="8463371" y="6491206"/>
            <a:ext cx="2405158" cy="36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914400" eaLnBrk="0" fontAlgn="base" hangingPunct="0">
              <a:lnSpc>
                <a:spcPct val="85000"/>
              </a:lnSpc>
              <a:spcBef>
                <a:spcPct val="0"/>
              </a:spcBef>
              <a:spcAft>
                <a:spcPct val="0"/>
              </a:spcAft>
            </a:pPr>
            <a:r>
              <a:rPr lang="de-DE" altLang="zh-CN" sz="1600" dirty="0">
                <a:solidFill>
                  <a:srgbClr val="000000"/>
                </a:solidFill>
                <a:latin typeface="FrutigerNext LT Bold" pitchFamily="34" charset="0"/>
                <a:ea typeface="MS PGothic" pitchFamily="34" charset="-128"/>
              </a:rPr>
              <a:t> </a:t>
            </a:r>
            <a:fld id="{A4C34F22-587E-473D-9099-376F4F013A30}" type="slidenum">
              <a:rPr lang="de-DE" altLang="zh-CN" sz="1600">
                <a:solidFill>
                  <a:srgbClr val="000000"/>
                </a:solidFill>
                <a:latin typeface="FrutigerNext LT Bold" pitchFamily="34" charset="0"/>
                <a:ea typeface="MS PGothic" pitchFamily="34" charset="-128"/>
              </a:rPr>
              <a:pPr defTabSz="914400" eaLnBrk="0" fontAlgn="base" hangingPunct="0">
                <a:lnSpc>
                  <a:spcPct val="85000"/>
                </a:lnSpc>
                <a:spcBef>
                  <a:spcPct val="0"/>
                </a:spcBef>
                <a:spcAft>
                  <a:spcPct val="0"/>
                </a:spcAft>
              </a:pPr>
              <a:t>‹#›</a:t>
            </a:fld>
            <a:endParaRPr lang="en-GB" altLang="zh-CN" sz="1600" dirty="0">
              <a:solidFill>
                <a:srgbClr val="000000"/>
              </a:solidFill>
              <a:latin typeface="FrutigerNext LT Bold" pitchFamily="34" charset="0"/>
              <a:ea typeface="MS PGothic" pitchFamily="34" charset="-128"/>
            </a:endParaRPr>
          </a:p>
        </p:txBody>
      </p:sp>
    </p:spTree>
    <p:extLst>
      <p:ext uri="{BB962C8B-B14F-4D97-AF65-F5344CB8AC3E}">
        <p14:creationId xmlns:p14="http://schemas.microsoft.com/office/powerpoint/2010/main" val="212167465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Lst>
  <p:transition advClick="0" advTm="8000"/>
  <p:txStyles>
    <p:titleStyle>
      <a:lvl1pPr algn="l" rtl="0" eaLnBrk="0" fontAlgn="base" hangingPunct="0">
        <a:spcBef>
          <a:spcPct val="0"/>
        </a:spcBef>
        <a:spcAft>
          <a:spcPct val="0"/>
        </a:spcAft>
        <a:defRPr lang="zh-CN" altLang="en-US" sz="2400" b="1" dirty="0" smtClean="0">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5pPr>
      <a:lvl6pPr marL="609590"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17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8770"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35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192" indent="-45719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微软雅黑" pitchFamily="34" charset="-122"/>
          <a:ea typeface="微软雅黑" pitchFamily="34" charset="-122"/>
          <a:cs typeface="+mn-cs"/>
        </a:defRPr>
      </a:lvl1pPr>
      <a:lvl2pPr marL="990584" indent="-380994" algn="l" rtl="0" eaLnBrk="0" fontAlgn="base" hangingPunct="0">
        <a:lnSpc>
          <a:spcPct val="140000"/>
        </a:lnSpc>
        <a:spcBef>
          <a:spcPct val="0"/>
        </a:spcBef>
        <a:spcAft>
          <a:spcPct val="0"/>
        </a:spcAft>
        <a:buSzPct val="50000"/>
        <a:buFont typeface="Wingdings" pitchFamily="2" charset="2"/>
        <a:buChar char="p"/>
        <a:defRPr sz="1800">
          <a:solidFill>
            <a:schemeClr val="tx1"/>
          </a:solidFill>
          <a:latin typeface="微软雅黑" pitchFamily="34" charset="-122"/>
          <a:ea typeface="微软雅黑" pitchFamily="34" charset="-122"/>
          <a:cs typeface="+mn-cs"/>
        </a:defRPr>
      </a:lvl2pPr>
      <a:lvl3pPr marL="1523974" indent="-30479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2133564" indent="-304795"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743155" indent="-304795"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335274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33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1923"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151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179" rtl="0" eaLnBrk="1" latinLnBrk="0" hangingPunct="1">
        <a:defRPr sz="2400" kern="1200">
          <a:solidFill>
            <a:schemeClr val="tx1"/>
          </a:solidFill>
          <a:latin typeface="+mn-lt"/>
          <a:ea typeface="+mn-ea"/>
          <a:cs typeface="+mn-cs"/>
        </a:defRPr>
      </a:lvl1pPr>
      <a:lvl2pPr marL="609590" algn="l" defTabSz="1219179" rtl="0" eaLnBrk="1" latinLnBrk="0" hangingPunct="1">
        <a:defRPr sz="2400" kern="1200">
          <a:solidFill>
            <a:schemeClr val="tx1"/>
          </a:solidFill>
          <a:latin typeface="+mn-lt"/>
          <a:ea typeface="+mn-ea"/>
          <a:cs typeface="+mn-cs"/>
        </a:defRPr>
      </a:lvl2pPr>
      <a:lvl3pPr marL="1219179" algn="l" defTabSz="1219179" rtl="0" eaLnBrk="1" latinLnBrk="0" hangingPunct="1">
        <a:defRPr sz="2400" kern="1200">
          <a:solidFill>
            <a:schemeClr val="tx1"/>
          </a:solidFill>
          <a:latin typeface="+mn-lt"/>
          <a:ea typeface="+mn-ea"/>
          <a:cs typeface="+mn-cs"/>
        </a:defRPr>
      </a:lvl3pPr>
      <a:lvl4pPr marL="1828770" algn="l" defTabSz="1219179" rtl="0" eaLnBrk="1" latinLnBrk="0" hangingPunct="1">
        <a:defRPr sz="2400" kern="1200">
          <a:solidFill>
            <a:schemeClr val="tx1"/>
          </a:solidFill>
          <a:latin typeface="+mn-lt"/>
          <a:ea typeface="+mn-ea"/>
          <a:cs typeface="+mn-cs"/>
        </a:defRPr>
      </a:lvl4pPr>
      <a:lvl5pPr marL="2438359" algn="l" defTabSz="1219179" rtl="0" eaLnBrk="1" latinLnBrk="0" hangingPunct="1">
        <a:defRPr sz="2400" kern="1200">
          <a:solidFill>
            <a:schemeClr val="tx1"/>
          </a:solidFill>
          <a:latin typeface="+mn-lt"/>
          <a:ea typeface="+mn-ea"/>
          <a:cs typeface="+mn-cs"/>
        </a:defRPr>
      </a:lvl5pPr>
      <a:lvl6pPr marL="3047949" algn="l" defTabSz="1219179" rtl="0" eaLnBrk="1" latinLnBrk="0" hangingPunct="1">
        <a:defRPr sz="2400" kern="1200">
          <a:solidFill>
            <a:schemeClr val="tx1"/>
          </a:solidFill>
          <a:latin typeface="+mn-lt"/>
          <a:ea typeface="+mn-ea"/>
          <a:cs typeface="+mn-cs"/>
        </a:defRPr>
      </a:lvl6pPr>
      <a:lvl7pPr marL="3657538" algn="l" defTabSz="1219179" rtl="0" eaLnBrk="1" latinLnBrk="0" hangingPunct="1">
        <a:defRPr sz="2400" kern="1200">
          <a:solidFill>
            <a:schemeClr val="tx1"/>
          </a:solidFill>
          <a:latin typeface="+mn-lt"/>
          <a:ea typeface="+mn-ea"/>
          <a:cs typeface="+mn-cs"/>
        </a:defRPr>
      </a:lvl7pPr>
      <a:lvl8pPr marL="4267128" algn="l" defTabSz="1219179" rtl="0" eaLnBrk="1" latinLnBrk="0" hangingPunct="1">
        <a:defRPr sz="2400" kern="1200">
          <a:solidFill>
            <a:schemeClr val="tx1"/>
          </a:solidFill>
          <a:latin typeface="+mn-lt"/>
          <a:ea typeface="+mn-ea"/>
          <a:cs typeface="+mn-cs"/>
        </a:defRPr>
      </a:lvl8pPr>
      <a:lvl9pPr marL="4876719" algn="l" defTabSz="1219179"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0" y="6226031"/>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527521" y="6453097"/>
            <a:ext cx="3569385" cy="24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17"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defRPr/>
            </a:pPr>
            <a:r>
              <a:rPr lang="en-US" altLang="zh-CN" sz="16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014444" y="6387996"/>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7951" y="157201"/>
            <a:ext cx="11655742" cy="377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17" rIns="106837" bIns="53417" numCol="1" anchor="t"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7951" y="735184"/>
            <a:ext cx="11655742" cy="508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53" tIns="53425" rIns="106853" bIns="53425"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9" name="Rectangle 21"/>
          <p:cNvSpPr>
            <a:spLocks noChangeArrowheads="1"/>
          </p:cNvSpPr>
          <p:nvPr userDrawn="1"/>
        </p:nvSpPr>
        <p:spPr bwMode="auto">
          <a:xfrm>
            <a:off x="5048939" y="6467437"/>
            <a:ext cx="2164883" cy="246278"/>
          </a:xfrm>
          <a:prstGeom prst="rect">
            <a:avLst/>
          </a:prstGeom>
          <a:noFill/>
          <a:ln w="9525" algn="ctr">
            <a:noFill/>
            <a:miter lim="800000"/>
            <a:headEnd/>
            <a:tailEnd/>
          </a:ln>
          <a:effectLst/>
        </p:spPr>
        <p:txBody>
          <a:bodyPr wrap="none" lIns="106773" tIns="0" rIns="106773" bIns="0">
            <a:spAutoFit/>
          </a:bodyPr>
          <a:lstStyle/>
          <a:p>
            <a:pPr defTabSz="1068899" eaLnBrk="0" fontAlgn="base" hangingPunct="0">
              <a:spcBef>
                <a:spcPct val="0"/>
              </a:spcBef>
              <a:spcAft>
                <a:spcPct val="0"/>
              </a:spcAft>
              <a:defRPr/>
            </a:pPr>
            <a:r>
              <a:rPr lang="en-US" altLang="zh-CN" sz="1600" dirty="0">
                <a:solidFill>
                  <a:srgbClr val="000000"/>
                </a:solidFill>
              </a:rPr>
              <a:t>Huawei Confidential</a:t>
            </a:r>
          </a:p>
        </p:txBody>
      </p:sp>
      <p:sp>
        <p:nvSpPr>
          <p:cNvPr id="81" name="Rectangle 5"/>
          <p:cNvSpPr>
            <a:spLocks noChangeArrowheads="1"/>
          </p:cNvSpPr>
          <p:nvPr userDrawn="1"/>
        </p:nvSpPr>
        <p:spPr bwMode="auto">
          <a:xfrm>
            <a:off x="8463371" y="6491206"/>
            <a:ext cx="2405158" cy="36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914400" eaLnBrk="0" fontAlgn="base" hangingPunct="0">
              <a:lnSpc>
                <a:spcPct val="85000"/>
              </a:lnSpc>
              <a:spcBef>
                <a:spcPct val="0"/>
              </a:spcBef>
              <a:spcAft>
                <a:spcPct val="0"/>
              </a:spcAft>
            </a:pPr>
            <a:r>
              <a:rPr lang="de-DE" altLang="zh-CN" sz="1600" dirty="0">
                <a:solidFill>
                  <a:srgbClr val="000000"/>
                </a:solidFill>
                <a:latin typeface="FrutigerNext LT Bold" pitchFamily="34" charset="0"/>
                <a:ea typeface="MS PGothic" pitchFamily="34" charset="-128"/>
              </a:rPr>
              <a:t> </a:t>
            </a:r>
            <a:fld id="{A4C34F22-587E-473D-9099-376F4F013A30}" type="slidenum">
              <a:rPr lang="de-DE" altLang="zh-CN" sz="1600">
                <a:solidFill>
                  <a:srgbClr val="000000"/>
                </a:solidFill>
                <a:latin typeface="FrutigerNext LT Bold" pitchFamily="34" charset="0"/>
                <a:ea typeface="MS PGothic" pitchFamily="34" charset="-128"/>
              </a:rPr>
              <a:pPr defTabSz="914400" eaLnBrk="0" fontAlgn="base" hangingPunct="0">
                <a:lnSpc>
                  <a:spcPct val="85000"/>
                </a:lnSpc>
                <a:spcBef>
                  <a:spcPct val="0"/>
                </a:spcBef>
                <a:spcAft>
                  <a:spcPct val="0"/>
                </a:spcAft>
              </a:pPr>
              <a:t>‹#›</a:t>
            </a:fld>
            <a:endParaRPr lang="en-GB" altLang="zh-CN" sz="1600" dirty="0">
              <a:solidFill>
                <a:srgbClr val="000000"/>
              </a:solidFill>
              <a:latin typeface="FrutigerNext LT Bold" pitchFamily="34" charset="0"/>
              <a:ea typeface="MS PGothic" pitchFamily="34" charset="-128"/>
            </a:endParaRPr>
          </a:p>
        </p:txBody>
      </p:sp>
    </p:spTree>
    <p:extLst>
      <p:ext uri="{BB962C8B-B14F-4D97-AF65-F5344CB8AC3E}">
        <p14:creationId xmlns:p14="http://schemas.microsoft.com/office/powerpoint/2010/main" val="2028531498"/>
      </p:ext>
    </p:extLst>
  </p:cSld>
  <p:clrMap bg1="lt1" tx1="dk1" bg2="lt2" tx2="dk2" accent1="accent1" accent2="accent2" accent3="accent3" accent4="accent4" accent5="accent5" accent6="accent6" hlink="hlink" folHlink="folHlink"/>
  <p:sldLayoutIdLst>
    <p:sldLayoutId id="2147483740" r:id="rId1"/>
    <p:sldLayoutId id="2147483742" r:id="rId2"/>
    <p:sldLayoutId id="2147483743" r:id="rId3"/>
    <p:sldLayoutId id="2147483744" r:id="rId4"/>
    <p:sldLayoutId id="2147483745" r:id="rId5"/>
    <p:sldLayoutId id="2147483746" r:id="rId6"/>
  </p:sldLayoutIdLst>
  <p:transition advClick="0" advTm="8000"/>
  <p:txStyles>
    <p:titleStyle>
      <a:lvl1pPr algn="l" rtl="0" eaLnBrk="0" fontAlgn="base" hangingPunct="0">
        <a:spcBef>
          <a:spcPct val="0"/>
        </a:spcBef>
        <a:spcAft>
          <a:spcPct val="0"/>
        </a:spcAft>
        <a:defRPr lang="zh-CN" altLang="en-US" sz="2400" b="1" dirty="0" smtClean="0">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5pPr>
      <a:lvl6pPr marL="609590"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17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8770"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35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192" indent="-457192"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微软雅黑" pitchFamily="34" charset="-122"/>
          <a:ea typeface="微软雅黑" pitchFamily="34" charset="-122"/>
          <a:cs typeface="+mn-cs"/>
        </a:defRPr>
      </a:lvl1pPr>
      <a:lvl2pPr marL="990584" indent="-380994" algn="l" rtl="0" eaLnBrk="0" fontAlgn="base" hangingPunct="0">
        <a:lnSpc>
          <a:spcPct val="140000"/>
        </a:lnSpc>
        <a:spcBef>
          <a:spcPct val="0"/>
        </a:spcBef>
        <a:spcAft>
          <a:spcPct val="0"/>
        </a:spcAft>
        <a:buSzPct val="50000"/>
        <a:buFont typeface="Wingdings" pitchFamily="2" charset="2"/>
        <a:buChar char="p"/>
        <a:defRPr sz="1800">
          <a:solidFill>
            <a:schemeClr val="tx1"/>
          </a:solidFill>
          <a:latin typeface="微软雅黑" pitchFamily="34" charset="-122"/>
          <a:ea typeface="微软雅黑" pitchFamily="34" charset="-122"/>
          <a:cs typeface="+mn-cs"/>
        </a:defRPr>
      </a:lvl2pPr>
      <a:lvl3pPr marL="1523974" indent="-30479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2133564" indent="-304795"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743155" indent="-304795"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335274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233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1923"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1514" indent="-304795"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179" rtl="0" eaLnBrk="1" latinLnBrk="0" hangingPunct="1">
        <a:defRPr sz="2400" kern="1200">
          <a:solidFill>
            <a:schemeClr val="tx1"/>
          </a:solidFill>
          <a:latin typeface="+mn-lt"/>
          <a:ea typeface="+mn-ea"/>
          <a:cs typeface="+mn-cs"/>
        </a:defRPr>
      </a:lvl1pPr>
      <a:lvl2pPr marL="609590" algn="l" defTabSz="1219179" rtl="0" eaLnBrk="1" latinLnBrk="0" hangingPunct="1">
        <a:defRPr sz="2400" kern="1200">
          <a:solidFill>
            <a:schemeClr val="tx1"/>
          </a:solidFill>
          <a:latin typeface="+mn-lt"/>
          <a:ea typeface="+mn-ea"/>
          <a:cs typeface="+mn-cs"/>
        </a:defRPr>
      </a:lvl2pPr>
      <a:lvl3pPr marL="1219179" algn="l" defTabSz="1219179" rtl="0" eaLnBrk="1" latinLnBrk="0" hangingPunct="1">
        <a:defRPr sz="2400" kern="1200">
          <a:solidFill>
            <a:schemeClr val="tx1"/>
          </a:solidFill>
          <a:latin typeface="+mn-lt"/>
          <a:ea typeface="+mn-ea"/>
          <a:cs typeface="+mn-cs"/>
        </a:defRPr>
      </a:lvl3pPr>
      <a:lvl4pPr marL="1828770" algn="l" defTabSz="1219179" rtl="0" eaLnBrk="1" latinLnBrk="0" hangingPunct="1">
        <a:defRPr sz="2400" kern="1200">
          <a:solidFill>
            <a:schemeClr val="tx1"/>
          </a:solidFill>
          <a:latin typeface="+mn-lt"/>
          <a:ea typeface="+mn-ea"/>
          <a:cs typeface="+mn-cs"/>
        </a:defRPr>
      </a:lvl4pPr>
      <a:lvl5pPr marL="2438359" algn="l" defTabSz="1219179" rtl="0" eaLnBrk="1" latinLnBrk="0" hangingPunct="1">
        <a:defRPr sz="2400" kern="1200">
          <a:solidFill>
            <a:schemeClr val="tx1"/>
          </a:solidFill>
          <a:latin typeface="+mn-lt"/>
          <a:ea typeface="+mn-ea"/>
          <a:cs typeface="+mn-cs"/>
        </a:defRPr>
      </a:lvl5pPr>
      <a:lvl6pPr marL="3047949" algn="l" defTabSz="1219179" rtl="0" eaLnBrk="1" latinLnBrk="0" hangingPunct="1">
        <a:defRPr sz="2400" kern="1200">
          <a:solidFill>
            <a:schemeClr val="tx1"/>
          </a:solidFill>
          <a:latin typeface="+mn-lt"/>
          <a:ea typeface="+mn-ea"/>
          <a:cs typeface="+mn-cs"/>
        </a:defRPr>
      </a:lvl6pPr>
      <a:lvl7pPr marL="3657538" algn="l" defTabSz="1219179" rtl="0" eaLnBrk="1" latinLnBrk="0" hangingPunct="1">
        <a:defRPr sz="2400" kern="1200">
          <a:solidFill>
            <a:schemeClr val="tx1"/>
          </a:solidFill>
          <a:latin typeface="+mn-lt"/>
          <a:ea typeface="+mn-ea"/>
          <a:cs typeface="+mn-cs"/>
        </a:defRPr>
      </a:lvl7pPr>
      <a:lvl8pPr marL="4267128" algn="l" defTabSz="1219179" rtl="0" eaLnBrk="1" latinLnBrk="0" hangingPunct="1">
        <a:defRPr sz="2400" kern="1200">
          <a:solidFill>
            <a:schemeClr val="tx1"/>
          </a:solidFill>
          <a:latin typeface="+mn-lt"/>
          <a:ea typeface="+mn-ea"/>
          <a:cs typeface="+mn-cs"/>
        </a:defRPr>
      </a:lvl8pPr>
      <a:lvl9pPr marL="4876719" algn="l" defTabSz="1219179"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30885"/>
          </a:xfrm>
          <a:prstGeom prst="rect">
            <a:avLst/>
          </a:prstGeom>
          <a:noFill/>
        </p:spPr>
        <p:txBody>
          <a:bodyPr wrap="square" rtlCol="0">
            <a:spAutoFit/>
          </a:bodyPr>
          <a:lstStyle/>
          <a:p>
            <a:pPr defTabSz="914387"/>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defTabSz="890760">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760">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8"/>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185C</a:t>
              </a:r>
            </a:p>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186C</a:t>
              </a:r>
            </a:p>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p>
            <a:p>
              <a:pPr algn="ctr" defTabSz="914387">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172726704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30885"/>
          </a:xfrm>
          <a:prstGeom prst="rect">
            <a:avLst/>
          </a:prstGeom>
          <a:noFill/>
        </p:spPr>
        <p:txBody>
          <a:bodyPr wrap="square" rtlCol="0">
            <a:spAutoFit/>
          </a:bodyPr>
          <a:lstStyle/>
          <a:p>
            <a:pPr defTabSz="914387"/>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defTabSz="890760">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760">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8"/>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185C</a:t>
              </a:r>
            </a:p>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186C</a:t>
              </a:r>
            </a:p>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p>
            <a:p>
              <a:pPr algn="ctr" defTabSz="914387">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3772082751"/>
      </p:ext>
    </p:extLst>
  </p:cSld>
  <p:clrMap bg1="lt1" tx1="dk1" bg2="lt2" tx2="dk2" accent1="accent1" accent2="accent2" accent3="accent3" accent4="accent4" accent5="accent5" accent6="accent6" hlink="hlink" folHlink="folHlink"/>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1" y="6226033"/>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527521" y="6453099"/>
            <a:ext cx="3569385" cy="24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789"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fontAlgn="base">
              <a:spcBef>
                <a:spcPct val="0"/>
              </a:spcBef>
              <a:spcAft>
                <a:spcPct val="0"/>
              </a:spcAft>
              <a:defRPr/>
            </a:pPr>
            <a:r>
              <a:rPr lang="en-US" altLang="zh-CN" sz="16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0014445" y="6387998"/>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7951" y="157201"/>
            <a:ext cx="11655742" cy="377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17" rIns="106837" bIns="53417" numCol="1" anchor="t"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7951" y="735184"/>
            <a:ext cx="11655742" cy="508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53" tIns="53425" rIns="106853" bIns="53425"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9" name="Rectangle 21"/>
          <p:cNvSpPr>
            <a:spLocks noChangeArrowheads="1"/>
          </p:cNvSpPr>
          <p:nvPr userDrawn="1"/>
        </p:nvSpPr>
        <p:spPr bwMode="auto">
          <a:xfrm>
            <a:off x="5048938" y="6467439"/>
            <a:ext cx="2165390" cy="246278"/>
          </a:xfrm>
          <a:prstGeom prst="rect">
            <a:avLst/>
          </a:prstGeom>
          <a:noFill/>
          <a:ln w="9525" algn="ctr">
            <a:noFill/>
            <a:miter lim="800000"/>
            <a:headEnd/>
            <a:tailEnd/>
          </a:ln>
          <a:effectLst/>
        </p:spPr>
        <p:txBody>
          <a:bodyPr wrap="none" lIns="106745" tIns="0" rIns="106745" bIns="0">
            <a:spAutoFit/>
          </a:bodyPr>
          <a:lstStyle/>
          <a:p>
            <a:pPr defTabSz="1068578" eaLnBrk="0" fontAlgn="base" hangingPunct="0">
              <a:spcBef>
                <a:spcPct val="0"/>
              </a:spcBef>
              <a:spcAft>
                <a:spcPct val="0"/>
              </a:spcAft>
              <a:defRPr/>
            </a:pPr>
            <a:r>
              <a:rPr lang="en-US" altLang="zh-CN" sz="1600" dirty="0">
                <a:solidFill>
                  <a:srgbClr val="000000"/>
                </a:solidFill>
              </a:rPr>
              <a:t>Huawei Confidential</a:t>
            </a:r>
          </a:p>
        </p:txBody>
      </p:sp>
      <p:sp>
        <p:nvSpPr>
          <p:cNvPr id="81" name="Rectangle 5"/>
          <p:cNvSpPr>
            <a:spLocks noChangeArrowheads="1"/>
          </p:cNvSpPr>
          <p:nvPr userDrawn="1"/>
        </p:nvSpPr>
        <p:spPr bwMode="auto">
          <a:xfrm>
            <a:off x="8463371" y="6491206"/>
            <a:ext cx="2405158" cy="36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914400" eaLnBrk="0" fontAlgn="base" hangingPunct="0">
              <a:lnSpc>
                <a:spcPct val="85000"/>
              </a:lnSpc>
              <a:spcBef>
                <a:spcPct val="0"/>
              </a:spcBef>
              <a:spcAft>
                <a:spcPct val="0"/>
              </a:spcAft>
            </a:pPr>
            <a:r>
              <a:rPr lang="de-DE" altLang="zh-CN" sz="1600" dirty="0">
                <a:solidFill>
                  <a:srgbClr val="000000"/>
                </a:solidFill>
                <a:latin typeface="FrutigerNext LT Bold" pitchFamily="34" charset="0"/>
                <a:ea typeface="MS PGothic" pitchFamily="34" charset="-128"/>
              </a:rPr>
              <a:t> </a:t>
            </a:r>
            <a:fld id="{A4C34F22-587E-473D-9099-376F4F013A30}" type="slidenum">
              <a:rPr lang="de-DE" altLang="zh-CN" sz="1600">
                <a:solidFill>
                  <a:srgbClr val="000000"/>
                </a:solidFill>
                <a:latin typeface="FrutigerNext LT Bold" pitchFamily="34" charset="0"/>
                <a:ea typeface="MS PGothic" pitchFamily="34" charset="-128"/>
              </a:rPr>
              <a:pPr defTabSz="914400" eaLnBrk="0" fontAlgn="base" hangingPunct="0">
                <a:lnSpc>
                  <a:spcPct val="85000"/>
                </a:lnSpc>
                <a:spcBef>
                  <a:spcPct val="0"/>
                </a:spcBef>
                <a:spcAft>
                  <a:spcPct val="0"/>
                </a:spcAft>
              </a:pPr>
              <a:t>‹#›</a:t>
            </a:fld>
            <a:endParaRPr lang="en-GB" altLang="zh-CN" sz="1600" dirty="0">
              <a:solidFill>
                <a:srgbClr val="000000"/>
              </a:solidFill>
              <a:latin typeface="FrutigerNext LT Bold" pitchFamily="34" charset="0"/>
              <a:ea typeface="MS PGothic" pitchFamily="34" charset="-128"/>
            </a:endParaRPr>
          </a:p>
        </p:txBody>
      </p:sp>
    </p:spTree>
    <p:extLst>
      <p:ext uri="{BB962C8B-B14F-4D97-AF65-F5344CB8AC3E}">
        <p14:creationId xmlns:p14="http://schemas.microsoft.com/office/powerpoint/2010/main" val="28141617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Lst>
  <p:transition advClick="0" advTm="8000"/>
  <p:txStyles>
    <p:titleStyle>
      <a:lvl1pPr algn="l" rtl="0" eaLnBrk="0" fontAlgn="base" hangingPunct="0">
        <a:spcBef>
          <a:spcPct val="0"/>
        </a:spcBef>
        <a:spcAft>
          <a:spcPct val="0"/>
        </a:spcAft>
        <a:defRPr lang="zh-CN" altLang="en-US" sz="2399" b="1" dirty="0" smtClean="0">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4299"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4299"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4299"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4299" b="1">
          <a:solidFill>
            <a:srgbClr val="990000"/>
          </a:solidFill>
          <a:latin typeface="黑体" pitchFamily="49" charset="-122"/>
          <a:ea typeface="黑体" pitchFamily="49" charset="-122"/>
          <a:cs typeface="宋体" charset="-122"/>
        </a:defRPr>
      </a:lvl5pPr>
      <a:lvl6pPr marL="609407" algn="l" rtl="0" eaLnBrk="1" fontAlgn="base" hangingPunct="1">
        <a:spcBef>
          <a:spcPct val="0"/>
        </a:spcBef>
        <a:spcAft>
          <a:spcPct val="0"/>
        </a:spcAft>
        <a:defRPr sz="4299" b="1">
          <a:solidFill>
            <a:srgbClr val="990000"/>
          </a:solidFill>
          <a:latin typeface="FrutigerNext LT Medium" pitchFamily="34" charset="0"/>
          <a:ea typeface="华文细黑" pitchFamily="2" charset="-122"/>
          <a:cs typeface="宋体" charset="-122"/>
        </a:defRPr>
      </a:lvl6pPr>
      <a:lvl7pPr marL="1218813" algn="l" rtl="0" eaLnBrk="1" fontAlgn="base" hangingPunct="1">
        <a:spcBef>
          <a:spcPct val="0"/>
        </a:spcBef>
        <a:spcAft>
          <a:spcPct val="0"/>
        </a:spcAft>
        <a:defRPr sz="4299" b="1">
          <a:solidFill>
            <a:srgbClr val="990000"/>
          </a:solidFill>
          <a:latin typeface="FrutigerNext LT Medium" pitchFamily="34" charset="0"/>
          <a:ea typeface="华文细黑" pitchFamily="2" charset="-122"/>
          <a:cs typeface="宋体" charset="-122"/>
        </a:defRPr>
      </a:lvl7pPr>
      <a:lvl8pPr marL="1828221" algn="l" rtl="0" eaLnBrk="1" fontAlgn="base" hangingPunct="1">
        <a:spcBef>
          <a:spcPct val="0"/>
        </a:spcBef>
        <a:spcAft>
          <a:spcPct val="0"/>
        </a:spcAft>
        <a:defRPr sz="4299" b="1">
          <a:solidFill>
            <a:srgbClr val="990000"/>
          </a:solidFill>
          <a:latin typeface="FrutigerNext LT Medium" pitchFamily="34" charset="0"/>
          <a:ea typeface="华文细黑" pitchFamily="2" charset="-122"/>
          <a:cs typeface="宋体" charset="-122"/>
        </a:defRPr>
      </a:lvl8pPr>
      <a:lvl9pPr marL="2437627" algn="l" rtl="0" eaLnBrk="1" fontAlgn="base" hangingPunct="1">
        <a:spcBef>
          <a:spcPct val="0"/>
        </a:spcBef>
        <a:spcAft>
          <a:spcPct val="0"/>
        </a:spcAft>
        <a:defRPr sz="4299" b="1">
          <a:solidFill>
            <a:srgbClr val="990000"/>
          </a:solidFill>
          <a:latin typeface="FrutigerNext LT Medium" pitchFamily="34" charset="0"/>
          <a:ea typeface="华文细黑" pitchFamily="2" charset="-122"/>
          <a:cs typeface="宋体" charset="-122"/>
        </a:defRPr>
      </a:lvl9pPr>
    </p:titleStyle>
    <p:bodyStyle>
      <a:lvl1pPr marL="457055" indent="-457055" algn="l" rtl="0" eaLnBrk="0" fontAlgn="base" hangingPunct="0">
        <a:lnSpc>
          <a:spcPct val="140000"/>
        </a:lnSpc>
        <a:spcBef>
          <a:spcPct val="0"/>
        </a:spcBef>
        <a:spcAft>
          <a:spcPct val="0"/>
        </a:spcAft>
        <a:buClr>
          <a:srgbClr val="777777"/>
        </a:buClr>
        <a:buSzPct val="60000"/>
        <a:buFont typeface="Wingdings" pitchFamily="2" charset="2"/>
        <a:buChar char="l"/>
        <a:defRPr sz="1999">
          <a:solidFill>
            <a:schemeClr val="tx1"/>
          </a:solidFill>
          <a:latin typeface="微软雅黑" pitchFamily="34" charset="-122"/>
          <a:ea typeface="微软雅黑" pitchFamily="34" charset="-122"/>
          <a:cs typeface="+mn-cs"/>
        </a:defRPr>
      </a:lvl1pPr>
      <a:lvl2pPr marL="990287" indent="-380880" algn="l" rtl="0" eaLnBrk="0" fontAlgn="base" hangingPunct="0">
        <a:lnSpc>
          <a:spcPct val="140000"/>
        </a:lnSpc>
        <a:spcBef>
          <a:spcPct val="0"/>
        </a:spcBef>
        <a:spcAft>
          <a:spcPct val="0"/>
        </a:spcAft>
        <a:buSzPct val="50000"/>
        <a:buFont typeface="Wingdings" pitchFamily="2" charset="2"/>
        <a:buChar char="p"/>
        <a:defRPr sz="1799">
          <a:solidFill>
            <a:schemeClr val="tx1"/>
          </a:solidFill>
          <a:latin typeface="微软雅黑" pitchFamily="34" charset="-122"/>
          <a:ea typeface="微软雅黑" pitchFamily="34" charset="-122"/>
          <a:cs typeface="+mn-cs"/>
        </a:defRPr>
      </a:lvl2pPr>
      <a:lvl3pPr marL="1523517" indent="-304704"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2132924" indent="-304704"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742332" indent="-304704"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3351738" indent="-304704" algn="l" rtl="0" eaLnBrk="1" fontAlgn="base" hangingPunct="1">
        <a:spcBef>
          <a:spcPct val="20000"/>
        </a:spcBef>
        <a:spcAft>
          <a:spcPct val="0"/>
        </a:spcAft>
        <a:buFont typeface="Arial" charset="0"/>
        <a:buChar char="~"/>
        <a:defRPr sz="2099">
          <a:solidFill>
            <a:schemeClr val="tx1"/>
          </a:solidFill>
          <a:latin typeface="+mn-lt"/>
          <a:ea typeface="+mn-ea"/>
          <a:cs typeface="+mn-cs"/>
        </a:defRPr>
      </a:lvl6pPr>
      <a:lvl7pPr marL="3961145" indent="-304704" algn="l" rtl="0" eaLnBrk="1" fontAlgn="base" hangingPunct="1">
        <a:spcBef>
          <a:spcPct val="20000"/>
        </a:spcBef>
        <a:spcAft>
          <a:spcPct val="0"/>
        </a:spcAft>
        <a:buFont typeface="Arial" charset="0"/>
        <a:buChar char="~"/>
        <a:defRPr sz="2099">
          <a:solidFill>
            <a:schemeClr val="tx1"/>
          </a:solidFill>
          <a:latin typeface="+mn-lt"/>
          <a:ea typeface="+mn-ea"/>
          <a:cs typeface="+mn-cs"/>
        </a:defRPr>
      </a:lvl7pPr>
      <a:lvl8pPr marL="4570551" indent="-304704" algn="l" rtl="0" eaLnBrk="1" fontAlgn="base" hangingPunct="1">
        <a:spcBef>
          <a:spcPct val="20000"/>
        </a:spcBef>
        <a:spcAft>
          <a:spcPct val="0"/>
        </a:spcAft>
        <a:buFont typeface="Arial" charset="0"/>
        <a:buChar char="~"/>
        <a:defRPr sz="2099">
          <a:solidFill>
            <a:schemeClr val="tx1"/>
          </a:solidFill>
          <a:latin typeface="+mn-lt"/>
          <a:ea typeface="+mn-ea"/>
          <a:cs typeface="+mn-cs"/>
        </a:defRPr>
      </a:lvl8pPr>
      <a:lvl9pPr marL="5179960" indent="-304704" algn="l" rtl="0" eaLnBrk="1" fontAlgn="base" hangingPunct="1">
        <a:spcBef>
          <a:spcPct val="20000"/>
        </a:spcBef>
        <a:spcAft>
          <a:spcPct val="0"/>
        </a:spcAft>
        <a:buFont typeface="Arial" charset="0"/>
        <a:buChar char="~"/>
        <a:defRPr sz="2099">
          <a:solidFill>
            <a:schemeClr val="tx1"/>
          </a:solidFill>
          <a:latin typeface="+mn-lt"/>
          <a:ea typeface="+mn-ea"/>
          <a:cs typeface="+mn-cs"/>
        </a:defRPr>
      </a:lvl9pPr>
    </p:bodyStyle>
    <p:otherStyle>
      <a:defPPr>
        <a:defRPr lang="zh-CN"/>
      </a:defPPr>
      <a:lvl1pPr marL="0" algn="l" defTabSz="1218813" rtl="0" eaLnBrk="1" latinLnBrk="0" hangingPunct="1">
        <a:defRPr sz="2399" kern="1200">
          <a:solidFill>
            <a:schemeClr val="tx1"/>
          </a:solidFill>
          <a:latin typeface="+mn-lt"/>
          <a:ea typeface="+mn-ea"/>
          <a:cs typeface="+mn-cs"/>
        </a:defRPr>
      </a:lvl1pPr>
      <a:lvl2pPr marL="609407" algn="l" defTabSz="1218813" rtl="0" eaLnBrk="1" latinLnBrk="0" hangingPunct="1">
        <a:defRPr sz="2399" kern="1200">
          <a:solidFill>
            <a:schemeClr val="tx1"/>
          </a:solidFill>
          <a:latin typeface="+mn-lt"/>
          <a:ea typeface="+mn-ea"/>
          <a:cs typeface="+mn-cs"/>
        </a:defRPr>
      </a:lvl2pPr>
      <a:lvl3pPr marL="1218813" algn="l" defTabSz="1218813" rtl="0" eaLnBrk="1" latinLnBrk="0" hangingPunct="1">
        <a:defRPr sz="2399" kern="1200">
          <a:solidFill>
            <a:schemeClr val="tx1"/>
          </a:solidFill>
          <a:latin typeface="+mn-lt"/>
          <a:ea typeface="+mn-ea"/>
          <a:cs typeface="+mn-cs"/>
        </a:defRPr>
      </a:lvl3pPr>
      <a:lvl4pPr marL="1828221" algn="l" defTabSz="1218813" rtl="0" eaLnBrk="1" latinLnBrk="0" hangingPunct="1">
        <a:defRPr sz="2399" kern="1200">
          <a:solidFill>
            <a:schemeClr val="tx1"/>
          </a:solidFill>
          <a:latin typeface="+mn-lt"/>
          <a:ea typeface="+mn-ea"/>
          <a:cs typeface="+mn-cs"/>
        </a:defRPr>
      </a:lvl4pPr>
      <a:lvl5pPr marL="2437627" algn="l" defTabSz="1218813" rtl="0" eaLnBrk="1" latinLnBrk="0" hangingPunct="1">
        <a:defRPr sz="2399" kern="1200">
          <a:solidFill>
            <a:schemeClr val="tx1"/>
          </a:solidFill>
          <a:latin typeface="+mn-lt"/>
          <a:ea typeface="+mn-ea"/>
          <a:cs typeface="+mn-cs"/>
        </a:defRPr>
      </a:lvl5pPr>
      <a:lvl6pPr marL="3047035" algn="l" defTabSz="1218813" rtl="0" eaLnBrk="1" latinLnBrk="0" hangingPunct="1">
        <a:defRPr sz="2399" kern="1200">
          <a:solidFill>
            <a:schemeClr val="tx1"/>
          </a:solidFill>
          <a:latin typeface="+mn-lt"/>
          <a:ea typeface="+mn-ea"/>
          <a:cs typeface="+mn-cs"/>
        </a:defRPr>
      </a:lvl6pPr>
      <a:lvl7pPr marL="3656441" algn="l" defTabSz="1218813" rtl="0" eaLnBrk="1" latinLnBrk="0" hangingPunct="1">
        <a:defRPr sz="2399" kern="1200">
          <a:solidFill>
            <a:schemeClr val="tx1"/>
          </a:solidFill>
          <a:latin typeface="+mn-lt"/>
          <a:ea typeface="+mn-ea"/>
          <a:cs typeface="+mn-cs"/>
        </a:defRPr>
      </a:lvl7pPr>
      <a:lvl8pPr marL="4265848" algn="l" defTabSz="1218813" rtl="0" eaLnBrk="1" latinLnBrk="0" hangingPunct="1">
        <a:defRPr sz="2399" kern="1200">
          <a:solidFill>
            <a:schemeClr val="tx1"/>
          </a:solidFill>
          <a:latin typeface="+mn-lt"/>
          <a:ea typeface="+mn-ea"/>
          <a:cs typeface="+mn-cs"/>
        </a:defRPr>
      </a:lvl8pPr>
      <a:lvl9pPr marL="4875256" algn="l" defTabSz="1218813" rtl="0" eaLnBrk="1" latinLnBrk="0" hangingPunct="1">
        <a:defRPr sz="2399"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30885"/>
          </a:xfrm>
          <a:prstGeom prst="rect">
            <a:avLst/>
          </a:prstGeom>
          <a:noFill/>
        </p:spPr>
        <p:txBody>
          <a:bodyPr wrap="square" rtlCol="0">
            <a:spAutoFit/>
          </a:bodyPr>
          <a:lstStyle/>
          <a:p>
            <a:pPr defTabSz="914387"/>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defTabSz="890760">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760">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8"/>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185C</a:t>
              </a:r>
            </a:p>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186C</a:t>
              </a:r>
            </a:p>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p>
            <a:p>
              <a:pPr algn="ctr" defTabSz="914387">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2497405752"/>
      </p:ext>
    </p:extLst>
  </p:cSld>
  <p:clrMap bg1="lt1" tx1="dk1" bg2="lt2" tx2="dk2" accent1="accent1" accent2="accent2" accent3="accent3" accent4="accent4" accent5="accent5" accent6="accent6" hlink="hlink" folHlink="folHlink"/>
  <p:sldLayoutIdLst>
    <p:sldLayoutId id="2147483797" r:id="rId1"/>
    <p:sldLayoutId id="2147483798" r:id="rId2"/>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6" y="6358411"/>
            <a:ext cx="1463276" cy="230885"/>
          </a:xfrm>
          <a:prstGeom prst="rect">
            <a:avLst/>
          </a:prstGeom>
          <a:noFill/>
        </p:spPr>
        <p:txBody>
          <a:bodyPr wrap="square" rtlCol="0">
            <a:spAutoFit/>
          </a:bodyPr>
          <a:lstStyle/>
          <a:p>
            <a:pPr defTabSz="914295"/>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90"/>
            <a:ext cx="499664" cy="138531"/>
          </a:xfrm>
          <a:prstGeom prst="rect">
            <a:avLst/>
          </a:prstGeom>
          <a:noFill/>
        </p:spPr>
        <p:txBody>
          <a:bodyPr wrap="square" lIns="0" tIns="0" rIns="0" bIns="0" rtlCol="0">
            <a:spAutoFit/>
          </a:bodyPr>
          <a:lstStyle/>
          <a:p>
            <a:pPr defTabSz="890671">
              <a:defRPr/>
            </a:pPr>
            <a:fld id="{C3837181-38C6-AD4F-B8BA-B444770388BB}" type="slidenum">
              <a:rPr lang="en-US" sz="900">
                <a:solidFill>
                  <a:srgbClr val="1D1D1B"/>
                </a:solidFill>
                <a:latin typeface="Arial" panose="020B0604020202020204" pitchFamily="34" charset="0"/>
                <a:cs typeface="Arial" panose="020B0604020202020204" pitchFamily="34" charset="0"/>
              </a:rPr>
              <a:pPr defTabSz="890671">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9"/>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185C</a:t>
              </a:r>
            </a:p>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295"/>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PANTONE 186C</a:t>
              </a:r>
            </a:p>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 </a:t>
              </a:r>
            </a:p>
            <a:p>
              <a:pPr algn="ctr" defTabSz="914295">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FFFFFF"/>
                  </a:solidFill>
                  <a:latin typeface="Arial" charset="0"/>
                  <a:ea typeface="Arial" charset="0"/>
                  <a:cs typeface="Arial" charset="0"/>
                </a:rPr>
                <a:t>RGB</a:t>
              </a:r>
            </a:p>
            <a:p>
              <a:pPr algn="ctr" defTabSz="914295">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295">
                <a:lnSpc>
                  <a:spcPts val="620"/>
                </a:lnSpc>
              </a:pPr>
              <a:r>
                <a:rPr kumimoji="1" lang="en-US" altLang="zh-CN" sz="500" b="1" dirty="0">
                  <a:solidFill>
                    <a:srgbClr val="595757"/>
                  </a:solidFill>
                  <a:latin typeface="Arial" charset="0"/>
                  <a:ea typeface="Arial" charset="0"/>
                  <a:cs typeface="Arial" charset="0"/>
                </a:rPr>
                <a:t>RGB</a:t>
              </a:r>
            </a:p>
            <a:p>
              <a:pPr algn="ctr" defTabSz="914295">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4036449080"/>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5" r:id="rId5"/>
    <p:sldLayoutId id="2147483806" r:id="rId6"/>
    <p:sldLayoutId id="2147483808" r:id="rId7"/>
  </p:sldLayoutIdLst>
  <p:hf hdr="0" ftr="0" dt="0"/>
  <p:txStyles>
    <p:titleStyle>
      <a:lvl1pPr algn="l" defTabSz="118756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890" indent="-296890" algn="l" defTabSz="1187560" rtl="0" eaLnBrk="1" latinLnBrk="0" hangingPunct="1">
        <a:lnSpc>
          <a:spcPct val="90000"/>
        </a:lnSpc>
        <a:spcBef>
          <a:spcPts val="1298"/>
        </a:spcBef>
        <a:buFont typeface="Arial" panose="020B0604020202020204" pitchFamily="34" charset="0"/>
        <a:buChar char="•"/>
        <a:defRPr sz="3636" kern="1200">
          <a:solidFill>
            <a:schemeClr val="tx1"/>
          </a:solidFill>
          <a:latin typeface="+mn-lt"/>
          <a:ea typeface="+mn-ea"/>
          <a:cs typeface="+mn-cs"/>
        </a:defRPr>
      </a:lvl1pPr>
      <a:lvl2pPr marL="890671" indent="-296890" algn="l" defTabSz="1187560"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451" indent="-296890" algn="l" defTabSz="1187560"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23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2012"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579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957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3353"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7134" indent="-296890" algn="l" defTabSz="1187560"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560" rtl="0" eaLnBrk="1" latinLnBrk="0" hangingPunct="1">
        <a:defRPr sz="2337" kern="1200">
          <a:solidFill>
            <a:schemeClr val="tx1"/>
          </a:solidFill>
          <a:latin typeface="+mn-lt"/>
          <a:ea typeface="+mn-ea"/>
          <a:cs typeface="+mn-cs"/>
        </a:defRPr>
      </a:lvl1pPr>
      <a:lvl2pPr marL="593781" algn="l" defTabSz="1187560" rtl="0" eaLnBrk="1" latinLnBrk="0" hangingPunct="1">
        <a:defRPr sz="2337" kern="1200">
          <a:solidFill>
            <a:schemeClr val="tx1"/>
          </a:solidFill>
          <a:latin typeface="+mn-lt"/>
          <a:ea typeface="+mn-ea"/>
          <a:cs typeface="+mn-cs"/>
        </a:defRPr>
      </a:lvl2pPr>
      <a:lvl3pPr marL="1187560" algn="l" defTabSz="1187560" rtl="0" eaLnBrk="1" latinLnBrk="0" hangingPunct="1">
        <a:defRPr sz="2337" kern="1200">
          <a:solidFill>
            <a:schemeClr val="tx1"/>
          </a:solidFill>
          <a:latin typeface="+mn-lt"/>
          <a:ea typeface="+mn-ea"/>
          <a:cs typeface="+mn-cs"/>
        </a:defRPr>
      </a:lvl3pPr>
      <a:lvl4pPr marL="1781342" algn="l" defTabSz="1187560" rtl="0" eaLnBrk="1" latinLnBrk="0" hangingPunct="1">
        <a:defRPr sz="2337" kern="1200">
          <a:solidFill>
            <a:schemeClr val="tx1"/>
          </a:solidFill>
          <a:latin typeface="+mn-lt"/>
          <a:ea typeface="+mn-ea"/>
          <a:cs typeface="+mn-cs"/>
        </a:defRPr>
      </a:lvl4pPr>
      <a:lvl5pPr marL="2375123" algn="l" defTabSz="1187560" rtl="0" eaLnBrk="1" latinLnBrk="0" hangingPunct="1">
        <a:defRPr sz="2337" kern="1200">
          <a:solidFill>
            <a:schemeClr val="tx1"/>
          </a:solidFill>
          <a:latin typeface="+mn-lt"/>
          <a:ea typeface="+mn-ea"/>
          <a:cs typeface="+mn-cs"/>
        </a:defRPr>
      </a:lvl5pPr>
      <a:lvl6pPr marL="2968903" algn="l" defTabSz="1187560" rtl="0" eaLnBrk="1" latinLnBrk="0" hangingPunct="1">
        <a:defRPr sz="2337" kern="1200">
          <a:solidFill>
            <a:schemeClr val="tx1"/>
          </a:solidFill>
          <a:latin typeface="+mn-lt"/>
          <a:ea typeface="+mn-ea"/>
          <a:cs typeface="+mn-cs"/>
        </a:defRPr>
      </a:lvl6pPr>
      <a:lvl7pPr marL="3562683" algn="l" defTabSz="1187560" rtl="0" eaLnBrk="1" latinLnBrk="0" hangingPunct="1">
        <a:defRPr sz="2337" kern="1200">
          <a:solidFill>
            <a:schemeClr val="tx1"/>
          </a:solidFill>
          <a:latin typeface="+mn-lt"/>
          <a:ea typeface="+mn-ea"/>
          <a:cs typeface="+mn-cs"/>
        </a:defRPr>
      </a:lvl7pPr>
      <a:lvl8pPr marL="4156465" algn="l" defTabSz="1187560" rtl="0" eaLnBrk="1" latinLnBrk="0" hangingPunct="1">
        <a:defRPr sz="2337" kern="1200">
          <a:solidFill>
            <a:schemeClr val="tx1"/>
          </a:solidFill>
          <a:latin typeface="+mn-lt"/>
          <a:ea typeface="+mn-ea"/>
          <a:cs typeface="+mn-cs"/>
        </a:defRPr>
      </a:lvl8pPr>
      <a:lvl9pPr marL="4750245" algn="l" defTabSz="1187560"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30885"/>
          </a:xfrm>
          <a:prstGeom prst="rect">
            <a:avLst/>
          </a:prstGeom>
          <a:noFill/>
        </p:spPr>
        <p:txBody>
          <a:bodyPr wrap="square" rtlCol="0">
            <a:spAutoFit/>
          </a:bodyPr>
          <a:lstStyle/>
          <a:p>
            <a:pPr defTabSz="914387"/>
            <a:r>
              <a:rPr lang="en-US" sz="90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defTabSz="890760">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defTabSz="890760">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8"/>
            <a:ext cx="1963067" cy="4234495"/>
            <a:chOff x="5343885" y="-48857"/>
            <a:chExt cx="326358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185C</a:t>
              </a:r>
            </a:p>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387"/>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PANTONE 186C</a:t>
              </a:r>
            </a:p>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 </a:t>
              </a:r>
            </a:p>
            <a:p>
              <a:pPr algn="ctr" defTabSz="914387">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FFFFFF"/>
                  </a:solidFill>
                  <a:latin typeface="Arial" charset="0"/>
                  <a:ea typeface="Arial" charset="0"/>
                  <a:cs typeface="Arial" charset="0"/>
                </a:rPr>
                <a:t>RGB</a:t>
              </a:r>
            </a:p>
            <a:p>
              <a:pPr algn="ctr" defTabSz="914387">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87">
                <a:lnSpc>
                  <a:spcPts val="620"/>
                </a:lnSpc>
              </a:pPr>
              <a:r>
                <a:rPr kumimoji="1" lang="en-US" altLang="zh-CN" sz="500" b="1" dirty="0">
                  <a:solidFill>
                    <a:srgbClr val="595757"/>
                  </a:solidFill>
                  <a:latin typeface="Arial" charset="0"/>
                  <a:ea typeface="Arial" charset="0"/>
                  <a:cs typeface="Arial" charset="0"/>
                </a:rPr>
                <a:t>RGB</a:t>
              </a:r>
            </a:p>
            <a:p>
              <a:pPr algn="ctr" defTabSz="914387">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2289021135"/>
      </p:ext>
    </p:extLst>
  </p:cSld>
  <p:clrMap bg1="lt1" tx1="dk1" bg2="lt2" tx2="dk2" accent1="accent1" accent2="accent2" accent3="accent3" accent4="accent4" accent5="accent5" accent6="accent6" hlink="hlink" folHlink="folHlink"/>
  <p:sldLayoutIdLst>
    <p:sldLayoutId id="2147483811" r:id="rId1"/>
    <p:sldLayoutId id="2147483812" r:id="rId2"/>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886986"/>
      </p:ext>
    </p:extLst>
  </p:cSld>
  <p:clrMap bg1="lt1" tx1="dk1" bg2="lt2" tx2="dk2" accent1="accent1" accent2="accent2" accent3="accent3" accent4="accent4" accent5="accent5" accent6="accent6" hlink="hlink" folHlink="folHlink"/>
  <p:sldLayoutIdLst>
    <p:sldLayoutId id="2147483815" r:id="rId1"/>
    <p:sldLayoutId id="2147483816" r:id="rId2"/>
  </p:sldLayoutIdLst>
  <p:hf hdr="0" ftr="0" dt="0"/>
  <p:txStyles>
    <p:titleStyle>
      <a:lvl1pPr algn="l" defTabSz="1187204" rtl="0" eaLnBrk="1" latinLnBrk="0" hangingPunct="1">
        <a:lnSpc>
          <a:spcPct val="90000"/>
        </a:lnSpc>
        <a:spcBef>
          <a:spcPct val="0"/>
        </a:spcBef>
        <a:buNone/>
        <a:defRPr sz="5713" kern="1200">
          <a:solidFill>
            <a:schemeClr val="tx1"/>
          </a:solidFill>
          <a:latin typeface="+mj-lt"/>
          <a:ea typeface="+mj-ea"/>
          <a:cs typeface="+mj-cs"/>
        </a:defRPr>
      </a:lvl1pPr>
    </p:titleStyle>
    <p:bodyStyle>
      <a:lvl1pPr marL="296801" indent="-296801" algn="l" defTabSz="1187204" rtl="0" eaLnBrk="1" latinLnBrk="0" hangingPunct="1">
        <a:lnSpc>
          <a:spcPct val="90000"/>
        </a:lnSpc>
        <a:spcBef>
          <a:spcPts val="1298"/>
        </a:spcBef>
        <a:buFont typeface="Arial" panose="020B0604020202020204" pitchFamily="34" charset="0"/>
        <a:buChar char="•"/>
        <a:defRPr sz="3635" kern="1200">
          <a:solidFill>
            <a:schemeClr val="tx1"/>
          </a:solidFill>
          <a:latin typeface="+mn-lt"/>
          <a:ea typeface="+mn-ea"/>
          <a:cs typeface="+mn-cs"/>
        </a:defRPr>
      </a:lvl1pPr>
      <a:lvl2pPr marL="890404" indent="-296801" algn="l" defTabSz="1187204"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006" indent="-296801" algn="l" defTabSz="1187204"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609"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4pPr>
      <a:lvl5pPr marL="2671211"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5pPr>
      <a:lvl6pPr marL="3264813"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416"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018"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5620" indent="-296801" algn="l" defTabSz="1187204"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204" rtl="0" eaLnBrk="1" latinLnBrk="0" hangingPunct="1">
        <a:defRPr sz="2337" kern="1200">
          <a:solidFill>
            <a:schemeClr val="tx1"/>
          </a:solidFill>
          <a:latin typeface="+mn-lt"/>
          <a:ea typeface="+mn-ea"/>
          <a:cs typeface="+mn-cs"/>
        </a:defRPr>
      </a:lvl1pPr>
      <a:lvl2pPr marL="593603" algn="l" defTabSz="1187204" rtl="0" eaLnBrk="1" latinLnBrk="0" hangingPunct="1">
        <a:defRPr sz="2337" kern="1200">
          <a:solidFill>
            <a:schemeClr val="tx1"/>
          </a:solidFill>
          <a:latin typeface="+mn-lt"/>
          <a:ea typeface="+mn-ea"/>
          <a:cs typeface="+mn-cs"/>
        </a:defRPr>
      </a:lvl2pPr>
      <a:lvl3pPr marL="1187204" algn="l" defTabSz="1187204" rtl="0" eaLnBrk="1" latinLnBrk="0" hangingPunct="1">
        <a:defRPr sz="2337" kern="1200">
          <a:solidFill>
            <a:schemeClr val="tx1"/>
          </a:solidFill>
          <a:latin typeface="+mn-lt"/>
          <a:ea typeface="+mn-ea"/>
          <a:cs typeface="+mn-cs"/>
        </a:defRPr>
      </a:lvl3pPr>
      <a:lvl4pPr marL="1780808" algn="l" defTabSz="1187204" rtl="0" eaLnBrk="1" latinLnBrk="0" hangingPunct="1">
        <a:defRPr sz="2337" kern="1200">
          <a:solidFill>
            <a:schemeClr val="tx1"/>
          </a:solidFill>
          <a:latin typeface="+mn-lt"/>
          <a:ea typeface="+mn-ea"/>
          <a:cs typeface="+mn-cs"/>
        </a:defRPr>
      </a:lvl4pPr>
      <a:lvl5pPr marL="2374411" algn="l" defTabSz="1187204" rtl="0" eaLnBrk="1" latinLnBrk="0" hangingPunct="1">
        <a:defRPr sz="2337" kern="1200">
          <a:solidFill>
            <a:schemeClr val="tx1"/>
          </a:solidFill>
          <a:latin typeface="+mn-lt"/>
          <a:ea typeface="+mn-ea"/>
          <a:cs typeface="+mn-cs"/>
        </a:defRPr>
      </a:lvl5pPr>
      <a:lvl6pPr marL="2968012" algn="l" defTabSz="1187204" rtl="0" eaLnBrk="1" latinLnBrk="0" hangingPunct="1">
        <a:defRPr sz="2337" kern="1200">
          <a:solidFill>
            <a:schemeClr val="tx1"/>
          </a:solidFill>
          <a:latin typeface="+mn-lt"/>
          <a:ea typeface="+mn-ea"/>
          <a:cs typeface="+mn-cs"/>
        </a:defRPr>
      </a:lvl6pPr>
      <a:lvl7pPr marL="3561615" algn="l" defTabSz="1187204" rtl="0" eaLnBrk="1" latinLnBrk="0" hangingPunct="1">
        <a:defRPr sz="2337" kern="1200">
          <a:solidFill>
            <a:schemeClr val="tx1"/>
          </a:solidFill>
          <a:latin typeface="+mn-lt"/>
          <a:ea typeface="+mn-ea"/>
          <a:cs typeface="+mn-cs"/>
        </a:defRPr>
      </a:lvl7pPr>
      <a:lvl8pPr marL="4155218" algn="l" defTabSz="1187204" rtl="0" eaLnBrk="1" latinLnBrk="0" hangingPunct="1">
        <a:defRPr sz="2337" kern="1200">
          <a:solidFill>
            <a:schemeClr val="tx1"/>
          </a:solidFill>
          <a:latin typeface="+mn-lt"/>
          <a:ea typeface="+mn-ea"/>
          <a:cs typeface="+mn-cs"/>
        </a:defRPr>
      </a:lvl8pPr>
      <a:lvl9pPr marL="4748820" algn="l" defTabSz="1187204"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0" y="6226032"/>
            <a:ext cx="12203644" cy="636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527521" y="6453098"/>
            <a:ext cx="3568920" cy="24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106803"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600" dirty="0">
                <a:solidFill>
                  <a:srgbClr val="000000"/>
                </a:solidFill>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0014444" y="6387997"/>
            <a:ext cx="1748822" cy="3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7951" y="157201"/>
            <a:ext cx="11655742" cy="377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3417" rIns="106837" bIns="53417" numCol="1" anchor="t" anchorCtr="0" compatLnSpc="1">
            <a:prstTxWarp prst="textNoShape">
              <a:avLst/>
            </a:prstTxWarp>
          </a:bodyPr>
          <a:lstStyle/>
          <a:p>
            <a:pPr lvl="0"/>
            <a:r>
              <a:rPr lang="zh-CN" altLang="en-US" dirty="0"/>
              <a:t>单击此处编辑母版标题样式</a:t>
            </a:r>
          </a:p>
        </p:txBody>
      </p:sp>
      <p:sp>
        <p:nvSpPr>
          <p:cNvPr id="10248" name="Rectangle 68"/>
          <p:cNvSpPr>
            <a:spLocks noGrp="1" noChangeArrowheads="1"/>
          </p:cNvSpPr>
          <p:nvPr>
            <p:ph type="body" idx="1"/>
          </p:nvPr>
        </p:nvSpPr>
        <p:spPr bwMode="auto">
          <a:xfrm>
            <a:off x="107951" y="735184"/>
            <a:ext cx="11655742" cy="508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853" tIns="53425" rIns="106853" bIns="53425"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9" name="Rectangle 21"/>
          <p:cNvSpPr>
            <a:spLocks noChangeArrowheads="1"/>
          </p:cNvSpPr>
          <p:nvPr userDrawn="1"/>
        </p:nvSpPr>
        <p:spPr bwMode="auto">
          <a:xfrm>
            <a:off x="5048938" y="6467438"/>
            <a:ext cx="2164601" cy="246278"/>
          </a:xfrm>
          <a:prstGeom prst="rect">
            <a:avLst/>
          </a:prstGeom>
          <a:noFill/>
          <a:ln w="9525" algn="ctr">
            <a:noFill/>
            <a:miter lim="800000"/>
            <a:headEnd/>
            <a:tailEnd/>
          </a:ln>
          <a:effectLst/>
        </p:spPr>
        <p:txBody>
          <a:bodyPr wrap="none" lIns="106759" tIns="0" rIns="106759" bIns="0">
            <a:spAutoFit/>
          </a:bodyPr>
          <a:lstStyle/>
          <a:p>
            <a:pPr defTabSz="1068792" eaLnBrk="0" hangingPunct="0">
              <a:defRPr/>
            </a:pPr>
            <a:r>
              <a:rPr lang="en-US" altLang="zh-CN" sz="1600" dirty="0">
                <a:solidFill>
                  <a:srgbClr val="000000"/>
                </a:solidFill>
              </a:rPr>
              <a:t>Huawei Confidential</a:t>
            </a:r>
          </a:p>
        </p:txBody>
      </p:sp>
      <p:sp>
        <p:nvSpPr>
          <p:cNvPr id="81" name="Rectangle 5"/>
          <p:cNvSpPr>
            <a:spLocks noChangeArrowheads="1"/>
          </p:cNvSpPr>
          <p:nvPr userDrawn="1"/>
        </p:nvSpPr>
        <p:spPr bwMode="auto">
          <a:xfrm>
            <a:off x="8463371" y="6491206"/>
            <a:ext cx="2405158" cy="36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914387" eaLnBrk="0" hangingPunct="0">
              <a:lnSpc>
                <a:spcPct val="85000"/>
              </a:lnSpc>
            </a:pPr>
            <a:r>
              <a:rPr lang="de-DE" altLang="zh-CN" sz="1600" dirty="0">
                <a:solidFill>
                  <a:srgbClr val="000000"/>
                </a:solidFill>
                <a:latin typeface="FrutigerNext LT Bold" pitchFamily="34" charset="0"/>
                <a:ea typeface="MS PGothic" pitchFamily="34" charset="-128"/>
              </a:rPr>
              <a:t> </a:t>
            </a:r>
            <a:fld id="{A4C34F22-587E-473D-9099-376F4F013A30}" type="slidenum">
              <a:rPr lang="de-DE" altLang="zh-CN" sz="1600">
                <a:solidFill>
                  <a:srgbClr val="000000"/>
                </a:solidFill>
                <a:latin typeface="FrutigerNext LT Bold" pitchFamily="34" charset="0"/>
                <a:ea typeface="MS PGothic" pitchFamily="34" charset="-128"/>
              </a:rPr>
              <a:pPr defTabSz="914387" eaLnBrk="0" hangingPunct="0">
                <a:lnSpc>
                  <a:spcPct val="85000"/>
                </a:lnSpc>
              </a:pPr>
              <a:t>‹#›</a:t>
            </a:fld>
            <a:endParaRPr lang="en-GB" altLang="zh-CN" sz="1600" dirty="0">
              <a:solidFill>
                <a:srgbClr val="000000"/>
              </a:solidFill>
              <a:latin typeface="FrutigerNext LT Bold" pitchFamily="34" charset="0"/>
              <a:ea typeface="MS PGothic" pitchFamily="34" charset="-128"/>
            </a:endParaRPr>
          </a:p>
        </p:txBody>
      </p:sp>
    </p:spTree>
    <p:extLst>
      <p:ext uri="{BB962C8B-B14F-4D97-AF65-F5344CB8AC3E}">
        <p14:creationId xmlns:p14="http://schemas.microsoft.com/office/powerpoint/2010/main" val="2636684759"/>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Lst>
  <p:transition advClick="0" advTm="8000"/>
  <p:txStyles>
    <p:titleStyle>
      <a:lvl1pPr algn="l" rtl="0" eaLnBrk="0" fontAlgn="base" hangingPunct="0">
        <a:spcBef>
          <a:spcPct val="0"/>
        </a:spcBef>
        <a:spcAft>
          <a:spcPct val="0"/>
        </a:spcAft>
        <a:defRPr lang="zh-CN" altLang="en-US" sz="2400" b="1" dirty="0" smtClean="0">
          <a:solidFill>
            <a:srgbClr val="990000"/>
          </a:solidFill>
          <a:latin typeface="微软雅黑" pitchFamily="34" charset="-122"/>
          <a:ea typeface="微软雅黑" pitchFamily="34" charset="-122"/>
          <a:cs typeface="Arial" pitchFamily="34" charset="0"/>
        </a:defRPr>
      </a:lvl1pPr>
      <a:lvl2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4300" b="1">
          <a:solidFill>
            <a:srgbClr val="990000"/>
          </a:solidFill>
          <a:latin typeface="黑体" pitchFamily="49" charset="-122"/>
          <a:ea typeface="黑体" pitchFamily="49" charset="-122"/>
          <a:cs typeface="宋体" charset="-122"/>
        </a:defRPr>
      </a:lvl5pPr>
      <a:lvl6pPr marL="609529"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6pPr>
      <a:lvl7pPr marL="1219057"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7pPr>
      <a:lvl8pPr marL="1828587"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8pPr>
      <a:lvl9pPr marL="2438115" algn="l" rtl="0" eaLnBrk="1" fontAlgn="base" hangingPunct="1">
        <a:spcBef>
          <a:spcPct val="0"/>
        </a:spcBef>
        <a:spcAft>
          <a:spcPct val="0"/>
        </a:spcAft>
        <a:defRPr sz="4300" b="1">
          <a:solidFill>
            <a:srgbClr val="990000"/>
          </a:solidFill>
          <a:latin typeface="FrutigerNext LT Medium" pitchFamily="34" charset="0"/>
          <a:ea typeface="华文细黑" pitchFamily="2" charset="-122"/>
          <a:cs typeface="宋体" charset="-122"/>
        </a:defRPr>
      </a:lvl9pPr>
    </p:titleStyle>
    <p:bodyStyle>
      <a:lvl1pPr marL="457146" indent="-457146"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微软雅黑" pitchFamily="34" charset="-122"/>
          <a:ea typeface="微软雅黑" pitchFamily="34" charset="-122"/>
          <a:cs typeface="+mn-cs"/>
        </a:defRPr>
      </a:lvl1pPr>
      <a:lvl2pPr marL="990485" indent="-380956" algn="l" rtl="0" eaLnBrk="0" fontAlgn="base" hangingPunct="0">
        <a:lnSpc>
          <a:spcPct val="140000"/>
        </a:lnSpc>
        <a:spcBef>
          <a:spcPct val="0"/>
        </a:spcBef>
        <a:spcAft>
          <a:spcPct val="0"/>
        </a:spcAft>
        <a:buSzPct val="50000"/>
        <a:buFont typeface="Wingdings" pitchFamily="2" charset="2"/>
        <a:buChar char="p"/>
        <a:defRPr sz="1800">
          <a:solidFill>
            <a:schemeClr val="tx1"/>
          </a:solidFill>
          <a:latin typeface="微软雅黑" pitchFamily="34" charset="-122"/>
          <a:ea typeface="微软雅黑" pitchFamily="34" charset="-122"/>
          <a:cs typeface="+mn-cs"/>
        </a:defRPr>
      </a:lvl2pPr>
      <a:lvl3pPr marL="1523822" indent="-304765"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微软雅黑" pitchFamily="34" charset="-122"/>
          <a:ea typeface="微软雅黑" pitchFamily="34" charset="-122"/>
          <a:cs typeface="+mn-cs"/>
        </a:defRPr>
      </a:lvl3pPr>
      <a:lvl4pPr marL="2133351" indent="-304765" algn="l" rtl="0" eaLnBrk="0" fontAlgn="base" hangingPunct="0">
        <a:lnSpc>
          <a:spcPct val="140000"/>
        </a:lnSpc>
        <a:spcBef>
          <a:spcPct val="0"/>
        </a:spcBef>
        <a:spcAft>
          <a:spcPct val="0"/>
        </a:spcAft>
        <a:buChar char="–"/>
        <a:defRPr sz="1400">
          <a:solidFill>
            <a:schemeClr val="tx1"/>
          </a:solidFill>
          <a:latin typeface="微软雅黑" pitchFamily="34" charset="-122"/>
          <a:ea typeface="微软雅黑" pitchFamily="34" charset="-122"/>
          <a:cs typeface="+mn-cs"/>
        </a:defRPr>
      </a:lvl4pPr>
      <a:lvl5pPr marL="2742881" indent="-304765" algn="l" rtl="0" eaLnBrk="0" fontAlgn="base" hangingPunct="0">
        <a:lnSpc>
          <a:spcPct val="140000"/>
        </a:lnSpc>
        <a:spcBef>
          <a:spcPct val="0"/>
        </a:spcBef>
        <a:spcAft>
          <a:spcPct val="0"/>
        </a:spcAft>
        <a:buFont typeface="Arial" pitchFamily="34" charset="0"/>
        <a:buChar char="~"/>
        <a:defRPr sz="1200">
          <a:solidFill>
            <a:schemeClr val="tx1"/>
          </a:solidFill>
          <a:latin typeface="微软雅黑" pitchFamily="34" charset="-122"/>
          <a:ea typeface="微软雅黑" pitchFamily="34" charset="-122"/>
          <a:cs typeface="+mn-cs"/>
        </a:defRPr>
      </a:lvl5pPr>
      <a:lvl6pPr marL="3352409" indent="-304765" algn="l" rtl="0" eaLnBrk="1" fontAlgn="base" hangingPunct="1">
        <a:spcBef>
          <a:spcPct val="20000"/>
        </a:spcBef>
        <a:spcAft>
          <a:spcPct val="0"/>
        </a:spcAft>
        <a:buFont typeface="Arial" charset="0"/>
        <a:buChar char="~"/>
        <a:defRPr sz="2100">
          <a:solidFill>
            <a:schemeClr val="tx1"/>
          </a:solidFill>
          <a:latin typeface="+mn-lt"/>
          <a:ea typeface="+mn-ea"/>
          <a:cs typeface="+mn-cs"/>
        </a:defRPr>
      </a:lvl6pPr>
      <a:lvl7pPr marL="3961938" indent="-304765" algn="l" rtl="0" eaLnBrk="1" fontAlgn="base" hangingPunct="1">
        <a:spcBef>
          <a:spcPct val="20000"/>
        </a:spcBef>
        <a:spcAft>
          <a:spcPct val="0"/>
        </a:spcAft>
        <a:buFont typeface="Arial" charset="0"/>
        <a:buChar char="~"/>
        <a:defRPr sz="2100">
          <a:solidFill>
            <a:schemeClr val="tx1"/>
          </a:solidFill>
          <a:latin typeface="+mn-lt"/>
          <a:ea typeface="+mn-ea"/>
          <a:cs typeface="+mn-cs"/>
        </a:defRPr>
      </a:lvl7pPr>
      <a:lvl8pPr marL="4571466" indent="-304765" algn="l" rtl="0" eaLnBrk="1" fontAlgn="base" hangingPunct="1">
        <a:spcBef>
          <a:spcPct val="20000"/>
        </a:spcBef>
        <a:spcAft>
          <a:spcPct val="0"/>
        </a:spcAft>
        <a:buFont typeface="Arial" charset="0"/>
        <a:buChar char="~"/>
        <a:defRPr sz="2100">
          <a:solidFill>
            <a:schemeClr val="tx1"/>
          </a:solidFill>
          <a:latin typeface="+mn-lt"/>
          <a:ea typeface="+mn-ea"/>
          <a:cs typeface="+mn-cs"/>
        </a:defRPr>
      </a:lvl8pPr>
      <a:lvl9pPr marL="5180996" indent="-304765" algn="l" rtl="0" eaLnBrk="1" fontAlgn="base" hangingPunct="1">
        <a:spcBef>
          <a:spcPct val="20000"/>
        </a:spcBef>
        <a:spcAft>
          <a:spcPct val="0"/>
        </a:spcAft>
        <a:buFont typeface="Arial" charset="0"/>
        <a:buChar char="~"/>
        <a:defRPr sz="2100">
          <a:solidFill>
            <a:schemeClr val="tx1"/>
          </a:solidFill>
          <a:latin typeface="+mn-lt"/>
          <a:ea typeface="+mn-ea"/>
          <a:cs typeface="+mn-cs"/>
        </a:defRPr>
      </a:lvl9pPr>
    </p:bodyStyle>
    <p:otherStyle>
      <a:defPPr>
        <a:defRPr lang="zh-CN"/>
      </a:defPPr>
      <a:lvl1pPr marL="0" algn="l" defTabSz="1219057" rtl="0" eaLnBrk="1" latinLnBrk="0" hangingPunct="1">
        <a:defRPr sz="2400" kern="1200">
          <a:solidFill>
            <a:schemeClr val="tx1"/>
          </a:solidFill>
          <a:latin typeface="+mn-lt"/>
          <a:ea typeface="+mn-ea"/>
          <a:cs typeface="+mn-cs"/>
        </a:defRPr>
      </a:lvl1pPr>
      <a:lvl2pPr marL="609529" algn="l" defTabSz="1219057" rtl="0" eaLnBrk="1" latinLnBrk="0" hangingPunct="1">
        <a:defRPr sz="2400" kern="1200">
          <a:solidFill>
            <a:schemeClr val="tx1"/>
          </a:solidFill>
          <a:latin typeface="+mn-lt"/>
          <a:ea typeface="+mn-ea"/>
          <a:cs typeface="+mn-cs"/>
        </a:defRPr>
      </a:lvl2pPr>
      <a:lvl3pPr marL="1219057" algn="l" defTabSz="1219057" rtl="0" eaLnBrk="1" latinLnBrk="0" hangingPunct="1">
        <a:defRPr sz="2400" kern="1200">
          <a:solidFill>
            <a:schemeClr val="tx1"/>
          </a:solidFill>
          <a:latin typeface="+mn-lt"/>
          <a:ea typeface="+mn-ea"/>
          <a:cs typeface="+mn-cs"/>
        </a:defRPr>
      </a:lvl3pPr>
      <a:lvl4pPr marL="1828587" algn="l" defTabSz="1219057" rtl="0" eaLnBrk="1" latinLnBrk="0" hangingPunct="1">
        <a:defRPr sz="2400" kern="1200">
          <a:solidFill>
            <a:schemeClr val="tx1"/>
          </a:solidFill>
          <a:latin typeface="+mn-lt"/>
          <a:ea typeface="+mn-ea"/>
          <a:cs typeface="+mn-cs"/>
        </a:defRPr>
      </a:lvl4pPr>
      <a:lvl5pPr marL="2438115" algn="l" defTabSz="1219057" rtl="0" eaLnBrk="1" latinLnBrk="0" hangingPunct="1">
        <a:defRPr sz="2400" kern="1200">
          <a:solidFill>
            <a:schemeClr val="tx1"/>
          </a:solidFill>
          <a:latin typeface="+mn-lt"/>
          <a:ea typeface="+mn-ea"/>
          <a:cs typeface="+mn-cs"/>
        </a:defRPr>
      </a:lvl5pPr>
      <a:lvl6pPr marL="3047644" algn="l" defTabSz="1219057" rtl="0" eaLnBrk="1" latinLnBrk="0" hangingPunct="1">
        <a:defRPr sz="2400" kern="1200">
          <a:solidFill>
            <a:schemeClr val="tx1"/>
          </a:solidFill>
          <a:latin typeface="+mn-lt"/>
          <a:ea typeface="+mn-ea"/>
          <a:cs typeface="+mn-cs"/>
        </a:defRPr>
      </a:lvl6pPr>
      <a:lvl7pPr marL="3657172" algn="l" defTabSz="1219057" rtl="0" eaLnBrk="1" latinLnBrk="0" hangingPunct="1">
        <a:defRPr sz="2400" kern="1200">
          <a:solidFill>
            <a:schemeClr val="tx1"/>
          </a:solidFill>
          <a:latin typeface="+mn-lt"/>
          <a:ea typeface="+mn-ea"/>
          <a:cs typeface="+mn-cs"/>
        </a:defRPr>
      </a:lvl7pPr>
      <a:lvl8pPr marL="4266701" algn="l" defTabSz="1219057" rtl="0" eaLnBrk="1" latinLnBrk="0" hangingPunct="1">
        <a:defRPr sz="2400" kern="1200">
          <a:solidFill>
            <a:schemeClr val="tx1"/>
          </a:solidFill>
          <a:latin typeface="+mn-lt"/>
          <a:ea typeface="+mn-ea"/>
          <a:cs typeface="+mn-cs"/>
        </a:defRPr>
      </a:lvl8pPr>
      <a:lvl9pPr marL="4876231" algn="l" defTabSz="1219057" rtl="0" eaLnBrk="1" latinLnBrk="0" hangingPunct="1">
        <a:defRPr sz="24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1463276" cy="242920"/>
          </a:xfrm>
          <a:prstGeom prst="rect">
            <a:avLst/>
          </a:prstGeom>
          <a:noFill/>
        </p:spPr>
        <p:txBody>
          <a:bodyPr wrap="square" rtlCol="0">
            <a:spAutoFit/>
          </a:bodyPr>
          <a:lstStyle/>
          <a:p>
            <a:r>
              <a:rPr lang="en-US" sz="974"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7" y="6404288"/>
            <a:ext cx="499664" cy="150331"/>
          </a:xfrm>
          <a:prstGeom prst="rect">
            <a:avLst/>
          </a:prstGeom>
          <a:noFill/>
        </p:spPr>
        <p:txBody>
          <a:bodyPr wrap="square" lIns="0" tIns="0" rIns="0" bIns="0" rtlCol="0">
            <a:spAutoFit/>
          </a:bodyPr>
          <a:lstStyle/>
          <a:p>
            <a:pPr marL="0" marR="0" lvl="0" indent="0" algn="l" defTabSz="890493" rtl="0" eaLnBrk="1" fontAlgn="auto" latinLnBrk="0" hangingPunct="1">
              <a:lnSpc>
                <a:spcPct val="100000"/>
              </a:lnSpc>
              <a:spcBef>
                <a:spcPts val="0"/>
              </a:spcBef>
              <a:spcAft>
                <a:spcPts val="0"/>
              </a:spcAft>
              <a:buClrTx/>
              <a:buSzTx/>
              <a:buFontTx/>
              <a:buNone/>
              <a:tabLst/>
              <a:defRPr/>
            </a:pPr>
            <a:fld id="{C3837181-38C6-AD4F-B8BA-B444770388BB}" type="slidenum">
              <a:rPr lang="en-US" sz="974" smtClean="0">
                <a:solidFill>
                  <a:srgbClr val="1D1D1B"/>
                </a:solidFill>
                <a:latin typeface="Arial" panose="020B0604020202020204" pitchFamily="34" charset="0"/>
                <a:cs typeface="Arial" panose="020B0604020202020204" pitchFamily="34" charset="0"/>
              </a:rPr>
              <a:pPr marL="0" marR="0" lvl="0" indent="0" algn="l" defTabSz="890493" rtl="0" eaLnBrk="1" fontAlgn="auto" latinLnBrk="0" hangingPunct="1">
                <a:lnSpc>
                  <a:spcPct val="100000"/>
                </a:lnSpc>
                <a:spcBef>
                  <a:spcPts val="0"/>
                </a:spcBef>
                <a:spcAft>
                  <a:spcPts val="0"/>
                </a:spcAft>
                <a:buClrTx/>
                <a:buSzTx/>
                <a:buFontTx/>
                <a:buNone/>
                <a:tabLst/>
                <a:defRPr/>
              </a:pPr>
              <a:t>‹#›</a:t>
            </a:fld>
            <a:endParaRPr lang="en-US" sz="974" dirty="0">
              <a:solidFill>
                <a:srgbClr val="1D1D1B"/>
              </a:solidFill>
              <a:latin typeface="Arial" panose="020B0604020202020204" pitchFamily="34" charset="0"/>
              <a:cs typeface="Arial" panose="020B0604020202020204" pitchFamily="34" charset="0"/>
            </a:endParaRP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4673" y="6321335"/>
            <a:ext cx="1268910" cy="271216"/>
          </a:xfrm>
          <a:prstGeom prst="rect">
            <a:avLst/>
          </a:prstGeom>
        </p:spPr>
      </p:pic>
      <p:grpSp>
        <p:nvGrpSpPr>
          <p:cNvPr id="25" name="组合 24"/>
          <p:cNvGrpSpPr/>
          <p:nvPr userDrawn="1"/>
        </p:nvGrpSpPr>
        <p:grpSpPr>
          <a:xfrm>
            <a:off x="12214687" y="2932617"/>
            <a:ext cx="1982658" cy="3935593"/>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charset="0"/>
                    <a:ea typeface="Arial" charset="0"/>
                    <a:cs typeface="Arial" charset="0"/>
                  </a:rPr>
                  <a:t>P</a:t>
                </a:r>
                <a:r>
                  <a:rPr kumimoji="1" lang="en-US" altLang="zh-Hant" sz="700" b="1" dirty="0">
                    <a:solidFill>
                      <a:schemeClr val="tx2"/>
                    </a:solidFill>
                    <a:latin typeface="Arial" charset="0"/>
                    <a:ea typeface="Arial" charset="0"/>
                    <a:cs typeface="Arial" charset="0"/>
                  </a:rPr>
                  <a:t>ANTONE</a:t>
                </a:r>
                <a:r>
                  <a:rPr kumimoji="1" lang="en-US" altLang="zh-CN" sz="700" b="1" dirty="0">
                    <a:solidFill>
                      <a:schemeClr val="tx2"/>
                    </a:solidFill>
                    <a:latin typeface="Arial" charset="0"/>
                    <a:ea typeface="Arial" charset="0"/>
                    <a:cs typeface="Arial" charset="0"/>
                  </a:rPr>
                  <a:t> 186C</a:t>
                </a:r>
              </a:p>
              <a:p>
                <a:pPr algn="ctr">
                  <a:lnSpc>
                    <a:spcPct val="100000"/>
                  </a:lnSpc>
                </a:pPr>
                <a:r>
                  <a:rPr kumimoji="1" lang="en-US" altLang="zh-CN" sz="700" b="1" dirty="0">
                    <a:solidFill>
                      <a:schemeClr val="tx2"/>
                    </a:solidFill>
                    <a:latin typeface="Arial" charset="0"/>
                    <a:ea typeface="Arial" charset="0"/>
                    <a:cs typeface="Arial" charset="0"/>
                  </a:rPr>
                  <a:t>RGB 200/16/46</a:t>
                </a:r>
              </a:p>
            </p:txBody>
          </p:sp>
          <p:sp>
            <p:nvSpPr>
              <p:cNvPr id="45" name="矩形 9">
                <a:extLst>
                  <a:ext uri="{FF2B5EF4-FFF2-40B4-BE49-F238E27FC236}">
                    <a16:creationId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charset="0"/>
                    <a:ea typeface="Arial" charset="0"/>
                    <a:cs typeface="Arial" charset="0"/>
                  </a:rPr>
                  <a:t>P</a:t>
                </a:r>
                <a:r>
                  <a:rPr kumimoji="1" lang="en-US" altLang="zh-Hant" sz="700" b="1" dirty="0">
                    <a:solidFill>
                      <a:schemeClr val="tx2"/>
                    </a:solidFill>
                    <a:latin typeface="Arial" charset="0"/>
                    <a:ea typeface="Arial" charset="0"/>
                    <a:cs typeface="Arial" charset="0"/>
                  </a:rPr>
                  <a:t>ANTONE</a:t>
                </a:r>
                <a:r>
                  <a:rPr kumimoji="1" lang="en-US" altLang="zh-CN" sz="700" b="1" dirty="0">
                    <a:solidFill>
                      <a:schemeClr val="tx2"/>
                    </a:solidFill>
                    <a:latin typeface="Arial" charset="0"/>
                    <a:ea typeface="Arial" charset="0"/>
                    <a:cs typeface="Arial" charset="0"/>
                  </a:rPr>
                  <a:t> 185C</a:t>
                </a:r>
              </a:p>
              <a:p>
                <a:pPr algn="ctr">
                  <a:lnSpc>
                    <a:spcPct val="100000"/>
                  </a:lnSpc>
                </a:pPr>
                <a:r>
                  <a:rPr kumimoji="1" lang="en-US" altLang="zh-CN" sz="700" b="1" dirty="0">
                    <a:solidFill>
                      <a:schemeClr val="tx2"/>
                    </a:solidFill>
                    <a:latin typeface="Arial" charset="0"/>
                    <a:ea typeface="Arial" charset="0"/>
                    <a:cs typeface="Arial" charset="0"/>
                  </a:rPr>
                  <a:t>RGB 199/0/11</a:t>
                </a:r>
              </a:p>
            </p:txBody>
          </p:sp>
          <p:sp>
            <p:nvSpPr>
              <p:cNvPr id="46" name="文本框 31">
                <a:extLst>
                  <a:ext uri="{FF2B5EF4-FFF2-40B4-BE49-F238E27FC236}">
                    <a16:creationId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Microsoft YaHei" panose="020B0503020204020204" pitchFamily="34" charset="-122"/>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234</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90/79</a:t>
                </a:r>
                <a:endParaRPr kumimoji="1" lang="mr-IN" altLang="zh-CN" sz="700" b="1" dirty="0">
                  <a:solidFill>
                    <a:schemeClr val="tx2"/>
                  </a:solidFill>
                  <a:latin typeface="Arial" charset="0"/>
                  <a:ea typeface="Arial" charset="0"/>
                  <a:cs typeface="Arial" charset="0"/>
                </a:endParaRPr>
              </a:p>
            </p:txBody>
          </p:sp>
          <p:sp>
            <p:nvSpPr>
              <p:cNvPr id="29" name="矩形 13">
                <a:extLst>
                  <a:ext uri="{FF2B5EF4-FFF2-40B4-BE49-F238E27FC236}">
                    <a16:creationId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120</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0/15</a:t>
                </a:r>
                <a:endParaRPr kumimoji="1" lang="mr-IN" altLang="zh-CN" sz="700" b="1" dirty="0">
                  <a:solidFill>
                    <a:schemeClr val="tx2"/>
                  </a:solidFill>
                  <a:latin typeface="Arial" charset="0"/>
                  <a:ea typeface="Arial" charset="0"/>
                  <a:cs typeface="Arial" charset="0"/>
                </a:endParaRPr>
              </a:p>
            </p:txBody>
          </p:sp>
          <p:sp>
            <p:nvSpPr>
              <p:cNvPr id="30" name="文本框 15">
                <a:extLst>
                  <a:ext uri="{FF2B5EF4-FFF2-40B4-BE49-F238E27FC236}">
                    <a16:creationId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Microsoft YaHei" panose="020B0503020204020204" pitchFamily="34" charset="-122"/>
                    <a:ea typeface="Microsoft YaHei" panose="020B0503020204020204" pitchFamily="34" charset="-122"/>
                  </a:rPr>
                  <a:t>辅助色</a:t>
                </a:r>
              </a:p>
            </p:txBody>
          </p:sp>
          <p:sp>
            <p:nvSpPr>
              <p:cNvPr id="31" name="矩形 16">
                <a:extLst>
                  <a:ext uri="{FF2B5EF4-FFF2-40B4-BE49-F238E27FC236}">
                    <a16:creationId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248</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181/60</a:t>
                </a:r>
                <a:endParaRPr kumimoji="1" lang="mr-IN" altLang="zh-CN" sz="700" b="1" dirty="0">
                  <a:solidFill>
                    <a:schemeClr val="tx2"/>
                  </a:solidFill>
                  <a:latin typeface="Arial" charset="0"/>
                  <a:ea typeface="Arial" charset="0"/>
                  <a:cs typeface="Arial" charset="0"/>
                </a:endParaRPr>
              </a:p>
            </p:txBody>
          </p:sp>
          <p:sp>
            <p:nvSpPr>
              <p:cNvPr id="32" name="矩形 17">
                <a:extLst>
                  <a:ext uri="{FF2B5EF4-FFF2-40B4-BE49-F238E27FC236}">
                    <a16:creationId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235</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92/1</a:t>
                </a:r>
                <a:endParaRPr kumimoji="1" lang="mr-IN" altLang="zh-CN" sz="700" b="1" dirty="0">
                  <a:solidFill>
                    <a:schemeClr val="tx2"/>
                  </a:solidFill>
                  <a:latin typeface="Arial" charset="0"/>
                  <a:ea typeface="Arial" charset="0"/>
                  <a:cs typeface="Arial" charset="0"/>
                </a:endParaRPr>
              </a:p>
            </p:txBody>
          </p:sp>
          <p:sp>
            <p:nvSpPr>
              <p:cNvPr id="33" name="矩形 18">
                <a:extLst>
                  <a:ext uri="{FF2B5EF4-FFF2-40B4-BE49-F238E27FC236}">
                    <a16:creationId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137/137/137</a:t>
                </a:r>
                <a:endParaRPr kumimoji="1" lang="mr-IN" altLang="zh-CN" sz="700" b="1" dirty="0">
                  <a:solidFill>
                    <a:schemeClr val="tx2"/>
                  </a:solidFill>
                  <a:latin typeface="Arial" charset="0"/>
                  <a:ea typeface="Arial" charset="0"/>
                  <a:cs typeface="Arial" charset="0"/>
                </a:endParaRPr>
              </a:p>
            </p:txBody>
          </p:sp>
          <p:sp>
            <p:nvSpPr>
              <p:cNvPr id="34" name="矩形 19">
                <a:extLst>
                  <a:ext uri="{FF2B5EF4-FFF2-40B4-BE49-F238E27FC236}">
                    <a16:creationId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35/24/21</a:t>
                </a:r>
                <a:endParaRPr kumimoji="1" lang="mr-IN" altLang="zh-CN" sz="700" b="1" dirty="0">
                  <a:solidFill>
                    <a:schemeClr val="tx2"/>
                  </a:solidFill>
                  <a:latin typeface="Arial" charset="0"/>
                  <a:ea typeface="Arial" charset="0"/>
                  <a:cs typeface="Arial" charset="0"/>
                </a:endParaRPr>
              </a:p>
            </p:txBody>
          </p:sp>
          <p:sp>
            <p:nvSpPr>
              <p:cNvPr id="35" name="矩形 22">
                <a:extLst>
                  <a:ext uri="{FF2B5EF4-FFF2-40B4-BE49-F238E27FC236}">
                    <a16:creationId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221</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221/221</a:t>
                </a:r>
                <a:endParaRPr kumimoji="1" lang="mr-IN" altLang="zh-CN" sz="700" b="1" dirty="0">
                  <a:solidFill>
                    <a:schemeClr val="bg1"/>
                  </a:solidFill>
                  <a:latin typeface="Arial" charset="0"/>
                  <a:ea typeface="Arial" charset="0"/>
                  <a:cs typeface="Arial" charset="0"/>
                </a:endParaRPr>
              </a:p>
            </p:txBody>
          </p:sp>
          <p:sp>
            <p:nvSpPr>
              <p:cNvPr id="36" name="矩形 12">
                <a:extLst>
                  <a:ext uri="{FF2B5EF4-FFF2-40B4-BE49-F238E27FC236}">
                    <a16:creationId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233</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140/128</a:t>
                </a:r>
                <a:endParaRPr kumimoji="1" lang="mr-IN" altLang="zh-CN" sz="700" b="1" dirty="0">
                  <a:solidFill>
                    <a:schemeClr val="tx2"/>
                  </a:solidFill>
                  <a:latin typeface="Arial" charset="0"/>
                  <a:ea typeface="Arial" charset="0"/>
                  <a:cs typeface="Arial" charset="0"/>
                </a:endParaRPr>
              </a:p>
            </p:txBody>
          </p:sp>
          <p:sp>
            <p:nvSpPr>
              <p:cNvPr id="37" name="矩形 13">
                <a:extLst>
                  <a:ext uri="{FF2B5EF4-FFF2-40B4-BE49-F238E27FC236}">
                    <a16:creationId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159</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0/1</a:t>
                </a:r>
                <a:endParaRPr kumimoji="1" lang="mr-IN" altLang="zh-CN" sz="700" b="1" dirty="0">
                  <a:solidFill>
                    <a:schemeClr val="tx2"/>
                  </a:solidFill>
                  <a:latin typeface="Arial" charset="0"/>
                  <a:ea typeface="Arial" charset="0"/>
                  <a:cs typeface="Arial" charset="0"/>
                </a:endParaRPr>
              </a:p>
            </p:txBody>
          </p:sp>
          <p:sp>
            <p:nvSpPr>
              <p:cNvPr id="38" name="矩形 16">
                <a:extLst>
                  <a:ext uri="{FF2B5EF4-FFF2-40B4-BE49-F238E27FC236}">
                    <a16:creationId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245</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220/87</a:t>
                </a:r>
                <a:endParaRPr kumimoji="1" lang="mr-IN" altLang="zh-CN" sz="700" b="1" dirty="0">
                  <a:solidFill>
                    <a:schemeClr val="bg1"/>
                  </a:solidFill>
                  <a:latin typeface="Arial" charset="0"/>
                  <a:ea typeface="Arial" charset="0"/>
                  <a:cs typeface="Arial" charset="0"/>
                </a:endParaRPr>
              </a:p>
            </p:txBody>
          </p:sp>
          <p:sp>
            <p:nvSpPr>
              <p:cNvPr id="39" name="矩形 17">
                <a:extLst>
                  <a:ext uri="{FF2B5EF4-FFF2-40B4-BE49-F238E27FC236}">
                    <a16:creationId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240</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133/0</a:t>
                </a:r>
                <a:endParaRPr kumimoji="1" lang="mr-IN" altLang="zh-CN" sz="700" b="1" dirty="0">
                  <a:solidFill>
                    <a:schemeClr val="tx2"/>
                  </a:solidFill>
                  <a:latin typeface="Arial" charset="0"/>
                  <a:ea typeface="Arial" charset="0"/>
                  <a:cs typeface="Arial" charset="0"/>
                </a:endParaRPr>
              </a:p>
            </p:txBody>
          </p:sp>
          <p:sp>
            <p:nvSpPr>
              <p:cNvPr id="40" name="矩形 18">
                <a:extLst>
                  <a:ext uri="{FF2B5EF4-FFF2-40B4-BE49-F238E27FC236}">
                    <a16:creationId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181</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181/181</a:t>
                </a:r>
                <a:endParaRPr kumimoji="1" lang="mr-IN" altLang="zh-CN" sz="700" b="1" dirty="0">
                  <a:solidFill>
                    <a:schemeClr val="tx2"/>
                  </a:solidFill>
                  <a:latin typeface="Arial" charset="0"/>
                  <a:ea typeface="Arial" charset="0"/>
                  <a:cs typeface="Arial" charset="0"/>
                </a:endParaRPr>
              </a:p>
            </p:txBody>
          </p:sp>
          <p:sp>
            <p:nvSpPr>
              <p:cNvPr id="42" name="矩形 19">
                <a:extLst>
                  <a:ext uri="{FF2B5EF4-FFF2-40B4-BE49-F238E27FC236}">
                    <a16:creationId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charset="0"/>
                    <a:ea typeface="Arial" charset="0"/>
                    <a:cs typeface="Arial" charset="0"/>
                  </a:rPr>
                  <a:t>RGB</a:t>
                </a:r>
                <a:r>
                  <a:rPr kumimoji="1" lang="en-US" altLang="zh-CN" sz="700" b="1" dirty="0">
                    <a:solidFill>
                      <a:schemeClr val="tx2"/>
                    </a:solidFill>
                    <a:latin typeface="Arial" charset="0"/>
                    <a:ea typeface="Arial" charset="0"/>
                    <a:cs typeface="Arial" charset="0"/>
                  </a:rPr>
                  <a:t> 89</a:t>
                </a:r>
                <a:r>
                  <a:rPr kumimoji="1" lang="mr-IN" altLang="zh-CN" sz="700" b="1" dirty="0">
                    <a:solidFill>
                      <a:schemeClr val="tx2"/>
                    </a:solidFill>
                    <a:latin typeface="Arial" charset="0"/>
                    <a:ea typeface="Arial" charset="0"/>
                    <a:cs typeface="Arial" charset="0"/>
                  </a:rPr>
                  <a:t>/</a:t>
                </a:r>
                <a:r>
                  <a:rPr kumimoji="1" lang="en-US" altLang="zh-CN" sz="700" b="1" dirty="0">
                    <a:solidFill>
                      <a:schemeClr val="tx2"/>
                    </a:solidFill>
                    <a:latin typeface="Arial" charset="0"/>
                    <a:ea typeface="Arial" charset="0"/>
                    <a:cs typeface="Arial" charset="0"/>
                  </a:rPr>
                  <a:t>87/87</a:t>
                </a:r>
                <a:endParaRPr kumimoji="1" lang="mr-IN" altLang="zh-CN" sz="700" b="1" dirty="0">
                  <a:solidFill>
                    <a:schemeClr val="tx2"/>
                  </a:solidFill>
                  <a:latin typeface="Arial" charset="0"/>
                  <a:ea typeface="Arial" charset="0"/>
                  <a:cs typeface="Arial" charset="0"/>
                </a:endParaRPr>
              </a:p>
            </p:txBody>
          </p:sp>
          <p:sp>
            <p:nvSpPr>
              <p:cNvPr id="43" name="矩形 22">
                <a:extLst>
                  <a:ext uri="{FF2B5EF4-FFF2-40B4-BE49-F238E27FC236}">
                    <a16:creationId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charset="0"/>
                    <a:ea typeface="Arial" charset="0"/>
                    <a:cs typeface="Arial" charset="0"/>
                  </a:rPr>
                  <a:t>RGB</a:t>
                </a:r>
                <a:r>
                  <a:rPr kumimoji="1" lang="en-US" altLang="zh-CN" sz="700" b="1" dirty="0">
                    <a:solidFill>
                      <a:schemeClr val="bg1"/>
                    </a:solidFill>
                    <a:latin typeface="Arial" charset="0"/>
                    <a:ea typeface="Arial" charset="0"/>
                    <a:cs typeface="Arial" charset="0"/>
                  </a:rPr>
                  <a:t> 255</a:t>
                </a:r>
                <a:r>
                  <a:rPr kumimoji="1" lang="mr-IN" altLang="zh-CN" sz="700" b="1" dirty="0">
                    <a:solidFill>
                      <a:schemeClr val="bg1"/>
                    </a:solidFill>
                    <a:latin typeface="Arial" charset="0"/>
                    <a:ea typeface="Arial" charset="0"/>
                    <a:cs typeface="Arial" charset="0"/>
                  </a:rPr>
                  <a:t>/</a:t>
                </a:r>
                <a:r>
                  <a:rPr kumimoji="1" lang="en-US" altLang="zh-CN" sz="700" b="1" dirty="0">
                    <a:solidFill>
                      <a:schemeClr val="bg1"/>
                    </a:solidFill>
                    <a:latin typeface="Arial" charset="0"/>
                    <a:ea typeface="Arial" charset="0"/>
                    <a:cs typeface="Arial" charset="0"/>
                  </a:rPr>
                  <a:t>255/255</a:t>
                </a:r>
                <a:endParaRPr kumimoji="1" lang="mr-IN" altLang="zh-CN" sz="700" b="1" dirty="0">
                  <a:solidFill>
                    <a:schemeClr val="bg1"/>
                  </a:solidFill>
                  <a:latin typeface="Arial" charset="0"/>
                  <a:ea typeface="Arial" charset="0"/>
                  <a:cs typeface="Arial" charset="0"/>
                </a:endParaRPr>
              </a:p>
            </p:txBody>
          </p:sp>
        </p:grpSp>
      </p:grpSp>
    </p:spTree>
    <p:extLst>
      <p:ext uri="{BB962C8B-B14F-4D97-AF65-F5344CB8AC3E}">
        <p14:creationId xmlns:p14="http://schemas.microsoft.com/office/powerpoint/2010/main" val="2623782314"/>
      </p:ext>
    </p:extLst>
  </p:cSld>
  <p:clrMap bg1="lt1" tx1="dk1" bg2="lt2" tx2="dk2" accent1="accent1" accent2="accent2" accent3="accent3" accent4="accent4" accent5="accent5" accent6="accent6" hlink="hlink" folHlink="folHlink"/>
  <p:sldLayoutIdLst>
    <p:sldLayoutId id="2147483843" r:id="rId1"/>
  </p:sldLayoutIdLst>
  <p:hf hdr="0" ftr="0" dt="0"/>
  <p:txStyles>
    <p:titleStyle>
      <a:lvl1pPr algn="l" defTabSz="1187322" rtl="0" eaLnBrk="1" latinLnBrk="0" hangingPunct="1">
        <a:lnSpc>
          <a:spcPct val="90000"/>
        </a:lnSpc>
        <a:spcBef>
          <a:spcPct val="0"/>
        </a:spcBef>
        <a:buNone/>
        <a:defRPr sz="5713" kern="1200">
          <a:solidFill>
            <a:schemeClr val="tx1"/>
          </a:solidFill>
          <a:latin typeface="+mj-lt"/>
          <a:ea typeface="+mj-ea"/>
          <a:cs typeface="+mj-cs"/>
        </a:defRPr>
      </a:lvl1pPr>
    </p:titleStyle>
    <p:bodyStyle>
      <a:lvl1pPr marL="296831" indent="-296831" algn="l" defTabSz="1187322" rtl="0" eaLnBrk="1" latinLnBrk="0" hangingPunct="1">
        <a:lnSpc>
          <a:spcPct val="90000"/>
        </a:lnSpc>
        <a:spcBef>
          <a:spcPts val="1299"/>
        </a:spcBef>
        <a:buFont typeface="Arial" panose="020B0604020202020204" pitchFamily="34" charset="0"/>
        <a:buChar char="•"/>
        <a:defRPr sz="3635" kern="1200">
          <a:solidFill>
            <a:schemeClr val="tx1"/>
          </a:solidFill>
          <a:latin typeface="+mn-lt"/>
          <a:ea typeface="+mn-ea"/>
          <a:cs typeface="+mn-cs"/>
        </a:defRPr>
      </a:lvl1pPr>
      <a:lvl2pPr marL="890493" indent="-296831" algn="l" defTabSz="1187322" rtl="0" eaLnBrk="1" latinLnBrk="0" hangingPunct="1">
        <a:lnSpc>
          <a:spcPct val="90000"/>
        </a:lnSpc>
        <a:spcBef>
          <a:spcPts val="650"/>
        </a:spcBef>
        <a:buFont typeface="Arial" panose="020B0604020202020204" pitchFamily="34" charset="0"/>
        <a:buChar char="•"/>
        <a:defRPr sz="3117" kern="1200">
          <a:solidFill>
            <a:schemeClr val="tx1"/>
          </a:solidFill>
          <a:latin typeface="+mn-lt"/>
          <a:ea typeface="+mn-ea"/>
          <a:cs typeface="+mn-cs"/>
        </a:defRPr>
      </a:lvl2pPr>
      <a:lvl3pPr marL="1484155" indent="-296831" algn="l" defTabSz="1187322" rtl="0" eaLnBrk="1" latinLnBrk="0" hangingPunct="1">
        <a:lnSpc>
          <a:spcPct val="90000"/>
        </a:lnSpc>
        <a:spcBef>
          <a:spcPts val="650"/>
        </a:spcBef>
        <a:buFont typeface="Arial" panose="020B0604020202020204" pitchFamily="34" charset="0"/>
        <a:buChar char="•"/>
        <a:defRPr sz="2597" kern="1200">
          <a:solidFill>
            <a:schemeClr val="tx1"/>
          </a:solidFill>
          <a:latin typeface="+mn-lt"/>
          <a:ea typeface="+mn-ea"/>
          <a:cs typeface="+mn-cs"/>
        </a:defRPr>
      </a:lvl3pPr>
      <a:lvl4pPr marL="2077816"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1479"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5140"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8802"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2464"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6124" indent="-296831" algn="l" defTabSz="1187322"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322" rtl="0" eaLnBrk="1" latinLnBrk="0" hangingPunct="1">
        <a:defRPr sz="2338" kern="1200">
          <a:solidFill>
            <a:schemeClr val="tx1"/>
          </a:solidFill>
          <a:latin typeface="+mn-lt"/>
          <a:ea typeface="+mn-ea"/>
          <a:cs typeface="+mn-cs"/>
        </a:defRPr>
      </a:lvl1pPr>
      <a:lvl2pPr marL="593663" algn="l" defTabSz="1187322" rtl="0" eaLnBrk="1" latinLnBrk="0" hangingPunct="1">
        <a:defRPr sz="2338" kern="1200">
          <a:solidFill>
            <a:schemeClr val="tx1"/>
          </a:solidFill>
          <a:latin typeface="+mn-lt"/>
          <a:ea typeface="+mn-ea"/>
          <a:cs typeface="+mn-cs"/>
        </a:defRPr>
      </a:lvl2pPr>
      <a:lvl3pPr marL="1187322" algn="l" defTabSz="1187322" rtl="0" eaLnBrk="1" latinLnBrk="0" hangingPunct="1">
        <a:defRPr sz="2338" kern="1200">
          <a:solidFill>
            <a:schemeClr val="tx1"/>
          </a:solidFill>
          <a:latin typeface="+mn-lt"/>
          <a:ea typeface="+mn-ea"/>
          <a:cs typeface="+mn-cs"/>
        </a:defRPr>
      </a:lvl3pPr>
      <a:lvl4pPr marL="1780987" algn="l" defTabSz="1187322" rtl="0" eaLnBrk="1" latinLnBrk="0" hangingPunct="1">
        <a:defRPr sz="2338" kern="1200">
          <a:solidFill>
            <a:schemeClr val="tx1"/>
          </a:solidFill>
          <a:latin typeface="+mn-lt"/>
          <a:ea typeface="+mn-ea"/>
          <a:cs typeface="+mn-cs"/>
        </a:defRPr>
      </a:lvl4pPr>
      <a:lvl5pPr marL="2374648" algn="l" defTabSz="1187322" rtl="0" eaLnBrk="1" latinLnBrk="0" hangingPunct="1">
        <a:defRPr sz="2338" kern="1200">
          <a:solidFill>
            <a:schemeClr val="tx1"/>
          </a:solidFill>
          <a:latin typeface="+mn-lt"/>
          <a:ea typeface="+mn-ea"/>
          <a:cs typeface="+mn-cs"/>
        </a:defRPr>
      </a:lvl5pPr>
      <a:lvl6pPr marL="2968309" algn="l" defTabSz="1187322" rtl="0" eaLnBrk="1" latinLnBrk="0" hangingPunct="1">
        <a:defRPr sz="2338" kern="1200">
          <a:solidFill>
            <a:schemeClr val="tx1"/>
          </a:solidFill>
          <a:latin typeface="+mn-lt"/>
          <a:ea typeface="+mn-ea"/>
          <a:cs typeface="+mn-cs"/>
        </a:defRPr>
      </a:lvl6pPr>
      <a:lvl7pPr marL="3561971" algn="l" defTabSz="1187322" rtl="0" eaLnBrk="1" latinLnBrk="0" hangingPunct="1">
        <a:defRPr sz="2338" kern="1200">
          <a:solidFill>
            <a:schemeClr val="tx1"/>
          </a:solidFill>
          <a:latin typeface="+mn-lt"/>
          <a:ea typeface="+mn-ea"/>
          <a:cs typeface="+mn-cs"/>
        </a:defRPr>
      </a:lvl7pPr>
      <a:lvl8pPr marL="4155634" algn="l" defTabSz="1187322" rtl="0" eaLnBrk="1" latinLnBrk="0" hangingPunct="1">
        <a:defRPr sz="2338" kern="1200">
          <a:solidFill>
            <a:schemeClr val="tx1"/>
          </a:solidFill>
          <a:latin typeface="+mn-lt"/>
          <a:ea typeface="+mn-ea"/>
          <a:cs typeface="+mn-cs"/>
        </a:defRPr>
      </a:lvl8pPr>
      <a:lvl9pPr marL="4749295" algn="l" defTabSz="1187322"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3503509" cy="230885"/>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marL="0" marR="0" lvl="0" indent="0" algn="l" defTabSz="890760"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760"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0" y="2625998"/>
            <a:ext cx="1967717" cy="423449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3231006473"/>
      </p:ext>
    </p:extLst>
  </p:cSld>
  <p:clrMap bg1="lt1" tx1="dk1" bg2="lt2" tx2="dk2" accent1="accent1" accent2="accent2" accent3="accent3" accent4="accent4" accent5="accent5" accent6="accent6" hlink="hlink" folHlink="folHlink"/>
  <p:sldLayoutIdLst>
    <p:sldLayoutId id="2147483847" r:id="rId1"/>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325" y="6358411"/>
            <a:ext cx="3503509" cy="230885"/>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4036" y="6404289"/>
            <a:ext cx="499664" cy="138531"/>
          </a:xfrm>
          <a:prstGeom prst="rect">
            <a:avLst/>
          </a:prstGeom>
          <a:noFill/>
        </p:spPr>
        <p:txBody>
          <a:bodyPr wrap="square" lIns="0" tIns="0" rIns="0" bIns="0" rtlCol="0">
            <a:spAutoFit/>
          </a:bodyPr>
          <a:lstStyle/>
          <a:p>
            <a:pPr marL="0" marR="0" lvl="0" indent="0" algn="l" defTabSz="890816"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16" rtl="0" eaLnBrk="1" fontAlgn="auto" latinLnBrk="0" hangingPunct="1">
                <a:lnSpc>
                  <a:spcPct val="100000"/>
                </a:lnSpc>
                <a:spcBef>
                  <a:spcPts val="0"/>
                </a:spcBef>
                <a:spcAft>
                  <a:spcPts val="0"/>
                </a:spcAft>
                <a:buClrTx/>
                <a:buSzTx/>
                <a:buFontTx/>
                <a:buNone/>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88870" y="2625998"/>
            <a:ext cx="1967717" cy="423449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09"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09"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09"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2018477160"/>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Lst>
  <p:hf hdr="0" ftr="0" dt="0"/>
  <p:txStyles>
    <p:titleStyle>
      <a:lvl1pPr algn="l" defTabSz="1187966" rtl="0" eaLnBrk="1" latinLnBrk="0" hangingPunct="1">
        <a:lnSpc>
          <a:spcPct val="90000"/>
        </a:lnSpc>
        <a:spcBef>
          <a:spcPct val="0"/>
        </a:spcBef>
        <a:buNone/>
        <a:defRPr sz="5714" kern="1200">
          <a:solidFill>
            <a:schemeClr val="tx1"/>
          </a:solidFill>
          <a:latin typeface="+mj-lt"/>
          <a:ea typeface="+mj-ea"/>
          <a:cs typeface="+mj-cs"/>
        </a:defRPr>
      </a:lvl1pPr>
    </p:titleStyle>
    <p:bodyStyle>
      <a:lvl1pPr marL="297150" indent="-297150" algn="l" defTabSz="1187966"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816" indent="-297150" algn="l" defTabSz="1187966"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482" indent="-297150" algn="l" defTabSz="1187966"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147"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448"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113"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59779"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080"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7745" indent="-297150" algn="l" defTabSz="1187966"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7966" rtl="0" eaLnBrk="1" latinLnBrk="0" hangingPunct="1">
        <a:defRPr sz="2340" kern="1200">
          <a:solidFill>
            <a:schemeClr val="tx1"/>
          </a:solidFill>
          <a:latin typeface="+mn-lt"/>
          <a:ea typeface="+mn-ea"/>
          <a:cs typeface="+mn-cs"/>
        </a:defRPr>
      </a:lvl1pPr>
      <a:lvl2pPr marL="593666" algn="l" defTabSz="1187966" rtl="0" eaLnBrk="1" latinLnBrk="0" hangingPunct="1">
        <a:defRPr sz="2340" kern="1200">
          <a:solidFill>
            <a:schemeClr val="tx1"/>
          </a:solidFill>
          <a:latin typeface="+mn-lt"/>
          <a:ea typeface="+mn-ea"/>
          <a:cs typeface="+mn-cs"/>
        </a:defRPr>
      </a:lvl2pPr>
      <a:lvl3pPr marL="1187966" algn="l" defTabSz="1187966" rtl="0" eaLnBrk="1" latinLnBrk="0" hangingPunct="1">
        <a:defRPr sz="2340" kern="1200">
          <a:solidFill>
            <a:schemeClr val="tx1"/>
          </a:solidFill>
          <a:latin typeface="+mn-lt"/>
          <a:ea typeface="+mn-ea"/>
          <a:cs typeface="+mn-cs"/>
        </a:defRPr>
      </a:lvl3pPr>
      <a:lvl4pPr marL="1781632" algn="l" defTabSz="1187966" rtl="0" eaLnBrk="1" latinLnBrk="0" hangingPunct="1">
        <a:defRPr sz="2340" kern="1200">
          <a:solidFill>
            <a:schemeClr val="tx1"/>
          </a:solidFill>
          <a:latin typeface="+mn-lt"/>
          <a:ea typeface="+mn-ea"/>
          <a:cs typeface="+mn-cs"/>
        </a:defRPr>
      </a:lvl4pPr>
      <a:lvl5pPr marL="2375297" algn="l" defTabSz="1187966" rtl="0" eaLnBrk="1" latinLnBrk="0" hangingPunct="1">
        <a:defRPr sz="2340" kern="1200">
          <a:solidFill>
            <a:schemeClr val="tx1"/>
          </a:solidFill>
          <a:latin typeface="+mn-lt"/>
          <a:ea typeface="+mn-ea"/>
          <a:cs typeface="+mn-cs"/>
        </a:defRPr>
      </a:lvl5pPr>
      <a:lvl6pPr marL="2968963" algn="l" defTabSz="1187966" rtl="0" eaLnBrk="1" latinLnBrk="0" hangingPunct="1">
        <a:defRPr sz="2340" kern="1200">
          <a:solidFill>
            <a:schemeClr val="tx1"/>
          </a:solidFill>
          <a:latin typeface="+mn-lt"/>
          <a:ea typeface="+mn-ea"/>
          <a:cs typeface="+mn-cs"/>
        </a:defRPr>
      </a:lvl6pPr>
      <a:lvl7pPr marL="3563264" algn="l" defTabSz="1187966" rtl="0" eaLnBrk="1" latinLnBrk="0" hangingPunct="1">
        <a:defRPr sz="2340" kern="1200">
          <a:solidFill>
            <a:schemeClr val="tx1"/>
          </a:solidFill>
          <a:latin typeface="+mn-lt"/>
          <a:ea typeface="+mn-ea"/>
          <a:cs typeface="+mn-cs"/>
        </a:defRPr>
      </a:lvl7pPr>
      <a:lvl8pPr marL="4156929" algn="l" defTabSz="1187966" rtl="0" eaLnBrk="1" latinLnBrk="0" hangingPunct="1">
        <a:defRPr sz="2340" kern="1200">
          <a:solidFill>
            <a:schemeClr val="tx1"/>
          </a:solidFill>
          <a:latin typeface="+mn-lt"/>
          <a:ea typeface="+mn-ea"/>
          <a:cs typeface="+mn-cs"/>
        </a:defRPr>
      </a:lvl8pPr>
      <a:lvl9pPr marL="4750595" algn="l" defTabSz="1187966" rtl="0" eaLnBrk="1" latinLnBrk="0" hangingPunct="1">
        <a:defRPr sz="234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6" y="6358411"/>
            <a:ext cx="3503509" cy="230885"/>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90"/>
            <a:ext cx="499664" cy="138531"/>
          </a:xfrm>
          <a:prstGeom prst="rect">
            <a:avLst/>
          </a:prstGeom>
          <a:noFill/>
        </p:spPr>
        <p:txBody>
          <a:bodyPr wrap="square" lIns="0" tIns="0" rIns="0" bIns="0" rtlCol="0">
            <a:spAutoFit/>
          </a:bodyPr>
          <a:lstStyle/>
          <a:p>
            <a:pPr marL="0" marR="0" lvl="0" indent="0" algn="l" defTabSz="890760"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760"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1" y="2625999"/>
            <a:ext cx="1967717" cy="423449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4849" y="6324880"/>
            <a:ext cx="1270635" cy="275088"/>
          </a:xfrm>
          <a:prstGeom prst="rect">
            <a:avLst/>
          </a:prstGeom>
        </p:spPr>
      </p:pic>
    </p:spTree>
    <p:extLst>
      <p:ext uri="{BB962C8B-B14F-4D97-AF65-F5344CB8AC3E}">
        <p14:creationId xmlns:p14="http://schemas.microsoft.com/office/powerpoint/2010/main" val="304284887"/>
      </p:ext>
    </p:extLst>
  </p:cSld>
  <p:clrMap bg1="lt1" tx1="dk1" bg2="lt2" tx2="dk2" accent1="accent1" accent2="accent2" accent3="accent3" accent4="accent4" accent5="accent5" accent6="accent6" hlink="hlink" folHlink="folHlink"/>
  <p:sldLayoutIdLst>
    <p:sldLayoutId id="2147483853" r:id="rId1"/>
    <p:sldLayoutId id="2147483854" r:id="rId2"/>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325" y="6358411"/>
            <a:ext cx="3503509" cy="230885"/>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036" y="6404289"/>
            <a:ext cx="499664" cy="138531"/>
          </a:xfrm>
          <a:prstGeom prst="rect">
            <a:avLst/>
          </a:prstGeom>
          <a:noFill/>
        </p:spPr>
        <p:txBody>
          <a:bodyPr wrap="square" lIns="0" tIns="0" rIns="0" bIns="0" rtlCol="0">
            <a:spAutoFit/>
          </a:bodyPr>
          <a:lstStyle/>
          <a:p>
            <a:pPr marL="0" marR="0" lvl="0" indent="0" algn="l" defTabSz="890760"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760"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88870" y="2625998"/>
            <a:ext cx="1967717" cy="423449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4848" y="6324880"/>
            <a:ext cx="1270635" cy="275088"/>
          </a:xfrm>
          <a:prstGeom prst="rect">
            <a:avLst/>
          </a:prstGeom>
        </p:spPr>
      </p:pic>
    </p:spTree>
    <p:extLst>
      <p:ext uri="{BB962C8B-B14F-4D97-AF65-F5344CB8AC3E}">
        <p14:creationId xmlns:p14="http://schemas.microsoft.com/office/powerpoint/2010/main" val="2953689377"/>
      </p:ext>
    </p:extLst>
  </p:cSld>
  <p:clrMap bg1="lt1" tx1="dk1" bg2="lt2" tx2="dk2" accent1="accent1" accent2="accent2" accent3="accent3" accent4="accent4" accent5="accent5" accent6="accent6" hlink="hlink" folHlink="folHlink"/>
  <p:sldLayoutIdLst>
    <p:sldLayoutId id="2147483857" r:id="rId1"/>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6.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Binary_Worksheet.xlsb"/><Relationship Id="rId2" Type="http://schemas.openxmlformats.org/officeDocument/2006/relationships/slideLayout" Target="../slideLayouts/slideLayout68.xml"/><Relationship Id="rId1" Type="http://schemas.openxmlformats.org/officeDocument/2006/relationships/vmlDrawing" Target="../drawings/vmlDrawing1.vml"/><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p:cNvSpPr txBox="1">
            <a:spLocks noChangeArrowheads="1"/>
          </p:cNvSpPr>
          <p:nvPr/>
        </p:nvSpPr>
        <p:spPr bwMode="auto">
          <a:xfrm>
            <a:off x="1273051" y="1987390"/>
            <a:ext cx="7848872" cy="707805"/>
          </a:xfrm>
          <a:prstGeom prst="rect">
            <a:avLst/>
          </a:prstGeom>
          <a:noFill/>
          <a:ln w="9525">
            <a:noFill/>
            <a:miter lim="800000"/>
            <a:headEnd/>
            <a:tailEnd/>
          </a:ln>
        </p:spPr>
        <p:txBody>
          <a:bodyPr wrap="square" lIns="91361" tIns="45680" rIns="91361" bIns="45680">
            <a:spAutoFit/>
          </a:bodyPr>
          <a:lstStyle/>
          <a:p>
            <a:pPr algn="ctr">
              <a:spcBef>
                <a:spcPct val="50000"/>
              </a:spcBef>
            </a:pPr>
            <a:r>
              <a:rPr lang="en-US" altLang="zh-CN" sz="4000" dirty="0">
                <a:latin typeface="+mj-ea"/>
                <a:ea typeface="+mj-ea"/>
              </a:rPr>
              <a:t>JXX</a:t>
            </a:r>
            <a:r>
              <a:rPr lang="zh-CN" altLang="en-US" sz="4000" dirty="0">
                <a:latin typeface="+mj-ea"/>
                <a:ea typeface="+mj-ea"/>
              </a:rPr>
              <a:t>三期项目</a:t>
            </a:r>
            <a:r>
              <a:rPr lang="en-US" altLang="zh-CN" sz="4000" dirty="0">
                <a:latin typeface="+mj-ea"/>
                <a:ea typeface="+mj-ea"/>
              </a:rPr>
              <a:t>HLD</a:t>
            </a:r>
          </a:p>
        </p:txBody>
      </p:sp>
    </p:spTree>
    <p:extLst>
      <p:ext uri="{BB962C8B-B14F-4D97-AF65-F5344CB8AC3E}">
        <p14:creationId xmlns:p14="http://schemas.microsoft.com/office/powerpoint/2010/main" val="149629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560670" y="105409"/>
            <a:ext cx="5685603" cy="394549"/>
          </a:xfrm>
        </p:spPr>
        <p:txBody>
          <a:bodyPr anchor="ctr">
            <a:normAutofit/>
          </a:bodyPr>
          <a:lstStyle/>
          <a:p>
            <a:pPr defTabSz="1186848" fontAlgn="base">
              <a:lnSpc>
                <a:spcPct val="90000"/>
              </a:lnSpc>
              <a:spcBef>
                <a:spcPct val="0"/>
              </a:spcBef>
              <a:spcAft>
                <a:spcPct val="0"/>
              </a:spcAft>
              <a:defRPr/>
            </a:pP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、项目背景</a:t>
            </a:r>
          </a:p>
        </p:txBody>
      </p:sp>
      <p:sp>
        <p:nvSpPr>
          <p:cNvPr id="4" name="矩形 3">
            <a:extLst>
              <a:ext uri="{FF2B5EF4-FFF2-40B4-BE49-F238E27FC236}">
                <a16:creationId xmlns:a16="http://schemas.microsoft.com/office/drawing/2014/main" id="{40449C05-4259-4BC2-8DB7-FE50957F466D}"/>
              </a:ext>
            </a:extLst>
          </p:cNvPr>
          <p:cNvSpPr/>
          <p:nvPr/>
        </p:nvSpPr>
        <p:spPr>
          <a:xfrm>
            <a:off x="552971" y="925053"/>
            <a:ext cx="11265428" cy="5025021"/>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项目背景：</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JXX</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客户在</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A2</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时代已经引入</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3000</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卡规模模组（超聚变）用于内部模型训练及</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AI</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应用开发；当前计划引入华为</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A3</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新一代智算平台，一期和二期项目购买</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13</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套</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A3 384</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卡超节点已交付转维；</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当前为三期项目，新增同配置</a:t>
            </a: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A3</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超节点</a:t>
            </a: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9</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个。</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项目单位</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JXX</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客户、华为、伙伴（百信、昆仑）</a:t>
            </a: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lang="zh-CN" altLang="en-US" sz="1400" b="1" dirty="0">
                <a:solidFill>
                  <a:srgbClr val="1D1D1A"/>
                </a:solidFill>
                <a:highlight>
                  <a:srgbClr val="00FF00"/>
                </a:highlight>
                <a:latin typeface="微软雅黑" panose="020B0503020204020204" pitchFamily="34" charset="-122"/>
                <a:ea typeface="微软雅黑" panose="020B0503020204020204" pitchFamily="34" charset="-122"/>
              </a:rPr>
              <a:t>项目名称：</a:t>
            </a:r>
            <a:r>
              <a:rPr kumimoji="0" lang="zh-CN" altLang="en-US"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京东</a:t>
            </a:r>
            <a:r>
              <a:rPr kumimoji="0" lang="en-US" altLang="zh-CN"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2026</a:t>
            </a:r>
            <a:r>
              <a:rPr kumimoji="0" lang="zh-CN" altLang="en-US"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年昇腾</a:t>
            </a:r>
            <a:r>
              <a:rPr kumimoji="0" lang="en-US" altLang="zh-CN"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A3</a:t>
            </a:r>
            <a:r>
              <a:rPr kumimoji="0" lang="zh-CN" altLang="en-US"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算力集群项目  </a:t>
            </a:r>
            <a:r>
              <a:rPr lang="zh-CN" altLang="en-US" sz="1400" b="1" dirty="0">
                <a:solidFill>
                  <a:srgbClr val="1D1D1A"/>
                </a:solidFill>
                <a:highlight>
                  <a:srgbClr val="00FF00"/>
                </a:highlight>
                <a:latin typeface="微软雅黑" panose="020B0503020204020204" pitchFamily="34" charset="-122"/>
                <a:ea typeface="微软雅黑" panose="020B0503020204020204" pitchFamily="34" charset="-122"/>
              </a:rPr>
              <a:t>项目编码：</a:t>
            </a:r>
            <a:r>
              <a:rPr kumimoji="0" lang="en-US" altLang="zh-CN" sz="1400" b="0" i="0" u="none" strike="noStrike" kern="1200" cap="none" spc="0" normalizeH="0" baseline="0" noProof="0" dirty="0">
                <a:ln>
                  <a:noFill/>
                </a:ln>
                <a:solidFill>
                  <a:srgbClr val="1D1D1A"/>
                </a:solidFill>
                <a:effectLst/>
                <a:highlight>
                  <a:srgbClr val="00FF00"/>
                </a:highlight>
                <a:uLnTx/>
                <a:uFillTx/>
                <a:latin typeface="微软雅黑" panose="020B0503020204020204" pitchFamily="34" charset="-122"/>
                <a:ea typeface="微软雅黑" panose="020B0503020204020204" pitchFamily="34" charset="-122"/>
                <a:cs typeface="+mn-cs"/>
              </a:rPr>
              <a:t>56A0TXN</a:t>
            </a:r>
          </a:p>
          <a:p>
            <a:pPr marL="0" marR="0" lvl="0" indent="0" algn="l" defTabSz="914113"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项目目标</a:t>
            </a:r>
            <a:r>
              <a:rPr kumimoji="0" lang="zh-CN" altLang="en-US" sz="1400" b="0" i="1"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本期目标，</a:t>
            </a:r>
            <a:r>
              <a:rPr kumimoji="0" lang="zh-CN" altLang="en-US"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支撑客户完成</a:t>
            </a:r>
            <a:r>
              <a:rPr kumimoji="0" lang="en-US" altLang="zh-CN" sz="1400" b="1" i="0" u="none" strike="noStrike" kern="1200" cap="none" spc="0" normalizeH="0" baseline="0" noProof="0" dirty="0" bmk="">
                <a:ln>
                  <a:noFill/>
                </a:ln>
                <a:solidFill>
                  <a:srgbClr val="1D1D1A"/>
                </a:solidFill>
                <a:effectLst/>
                <a:highlight>
                  <a:srgbClr val="F2F2F2"/>
                </a:highlight>
                <a:uLnTx/>
                <a:uFillTx/>
                <a:latin typeface="微软雅黑" panose="020B0503020204020204" pitchFamily="34" charset="-122"/>
                <a:ea typeface="微软雅黑" panose="020B0503020204020204" pitchFamily="34" charset="-122"/>
                <a:cs typeface="+mn-cs"/>
              </a:rPr>
              <a:t>9</a:t>
            </a:r>
            <a:r>
              <a:rPr kumimoji="0" lang="zh-CN" altLang="en-US" sz="1400" b="1" i="0" u="none" strike="noStrike" kern="1200" cap="none" spc="0" normalizeH="0" baseline="0" noProof="0" dirty="0" bmk="">
                <a:ln>
                  <a:noFill/>
                </a:ln>
                <a:solidFill>
                  <a:srgbClr val="1D1D1A"/>
                </a:solidFill>
                <a:effectLst/>
                <a:highlight>
                  <a:srgbClr val="F2F2F2"/>
                </a:highlight>
                <a:uLnTx/>
                <a:uFillTx/>
                <a:latin typeface="微软雅黑" panose="020B0503020204020204" pitchFamily="34" charset="-122"/>
                <a:ea typeface="微软雅黑" panose="020B0503020204020204" pitchFamily="34" charset="-122"/>
                <a:cs typeface="+mn-cs"/>
              </a:rPr>
              <a:t>套</a:t>
            </a:r>
            <a:r>
              <a:rPr kumimoji="0" lang="en-US" altLang="zh-CN"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A3 384</a:t>
            </a:r>
            <a:r>
              <a:rPr kumimoji="0" lang="zh-CN" altLang="en-US"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超节点安装集成并通过</a:t>
            </a:r>
            <a:r>
              <a:rPr kumimoji="0" lang="en-US" altLang="zh-CN"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IT</a:t>
            </a:r>
            <a:r>
              <a:rPr kumimoji="0" lang="zh-CN" altLang="en-US"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运维部门验收并移交客户业务部门</a:t>
            </a:r>
            <a:r>
              <a:rPr kumimoji="0" lang="zh-CN" altLang="en-US" sz="1400" b="0"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a:t>
            </a:r>
            <a:endParaRPr kumimoji="0" lang="en-US" altLang="zh-CN" sz="1400" b="0"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0" i="0" u="sng"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本期范围基于客户方案选型：下走水</a:t>
            </a:r>
            <a:r>
              <a:rPr kumimoji="0" lang="en-US" altLang="zh-CN" sz="1400" b="0" i="0" u="sng"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0" i="0" u="sng"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乙二醇方案，与一期和二期项目相同。</a:t>
            </a:r>
            <a:endParaRPr kumimoji="0" lang="en-US" altLang="zh-CN" sz="1400" b="0" i="0" u="sng"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endParaRPr kumimoji="0" lang="en-US" altLang="zh-CN" sz="1400" b="0"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范围和计划</a:t>
            </a:r>
            <a:r>
              <a:rPr kumimoji="0" lang="zh-CN" altLang="en-US" sz="1400" b="0"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L1</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改造适配由客户负责，客户负责液冷</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CDU</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及二次管路铺设和工质液灌装；</a:t>
            </a:r>
            <a:r>
              <a:rPr lang="zh-CN" altLang="en-US" sz="1400" b="1" dirty="0">
                <a:solidFill>
                  <a:srgbClr val="1D1D1A"/>
                </a:solidFill>
                <a:latin typeface="微软雅黑" panose="020B0503020204020204" pitchFamily="34" charset="-122"/>
                <a:ea typeface="微软雅黑" panose="020B0503020204020204" pitchFamily="34" charset="-122"/>
              </a:rPr>
              <a:t>客户负责参数面</a:t>
            </a:r>
            <a:r>
              <a:rPr lang="en-US" altLang="zh-CN" sz="1400" b="1" dirty="0">
                <a:solidFill>
                  <a:srgbClr val="1D1D1A"/>
                </a:solidFill>
                <a:latin typeface="微软雅黑" panose="020B0503020204020204" pitchFamily="34" charset="-122"/>
                <a:ea typeface="微软雅黑" panose="020B0503020204020204" pitchFamily="34" charset="-122"/>
              </a:rPr>
              <a:t>leaf</a:t>
            </a:r>
            <a:r>
              <a:rPr lang="zh-CN" altLang="en-US" sz="1400" b="1" dirty="0">
                <a:solidFill>
                  <a:srgbClr val="1D1D1A"/>
                </a:solidFill>
                <a:latin typeface="微软雅黑" panose="020B0503020204020204" pitchFamily="34" charset="-122"/>
                <a:ea typeface="微软雅黑" panose="020B0503020204020204" pitchFamily="34" charset="-122"/>
              </a:rPr>
              <a:t>到</a:t>
            </a:r>
            <a:r>
              <a:rPr lang="en-US" altLang="zh-CN" sz="1400" b="1" dirty="0">
                <a:solidFill>
                  <a:srgbClr val="1D1D1A"/>
                </a:solidFill>
                <a:latin typeface="微软雅黑" panose="020B0503020204020204" pitchFamily="34" charset="-122"/>
                <a:ea typeface="微软雅黑" panose="020B0503020204020204" pitchFamily="34" charset="-122"/>
              </a:rPr>
              <a:t>Spine</a:t>
            </a:r>
            <a:r>
              <a:rPr lang="zh-CN" altLang="en-US" sz="1400" b="1" dirty="0">
                <a:solidFill>
                  <a:srgbClr val="1D1D1A"/>
                </a:solidFill>
                <a:latin typeface="微软雅黑" panose="020B0503020204020204" pitchFamily="34" charset="-122"/>
                <a:ea typeface="微软雅黑" panose="020B0503020204020204" pitchFamily="34" charset="-122"/>
              </a:rPr>
              <a:t>布线、客户负责网络的带外管理布线，</a:t>
            </a:r>
            <a:r>
              <a:rPr lang="en-US" altLang="zh-CN" sz="1400" b="1" dirty="0">
                <a:solidFill>
                  <a:srgbClr val="1D1D1A"/>
                </a:solidFill>
                <a:latin typeface="微软雅黑" panose="020B0503020204020204" pitchFamily="34" charset="-122"/>
                <a:ea typeface="微软雅黑" panose="020B0503020204020204" pitchFamily="34" charset="-122"/>
              </a:rPr>
              <a:t>ASP</a:t>
            </a:r>
            <a:r>
              <a:rPr lang="zh-CN" altLang="en-US" sz="1400" b="1" dirty="0">
                <a:solidFill>
                  <a:srgbClr val="1D1D1A"/>
                </a:solidFill>
                <a:latin typeface="微软雅黑" panose="020B0503020204020204" pitchFamily="34" charset="-122"/>
                <a:ea typeface="微软雅黑" panose="020B0503020204020204" pitchFamily="34" charset="-122"/>
              </a:rPr>
              <a:t>负责参数面</a:t>
            </a:r>
            <a:r>
              <a:rPr lang="en-US" altLang="zh-CN" sz="1400" b="1" dirty="0">
                <a:solidFill>
                  <a:srgbClr val="1D1D1A"/>
                </a:solidFill>
                <a:latin typeface="微软雅黑" panose="020B0503020204020204" pitchFamily="34" charset="-122"/>
                <a:ea typeface="微软雅黑" panose="020B0503020204020204" pitchFamily="34" charset="-122"/>
              </a:rPr>
              <a:t>leaf</a:t>
            </a:r>
            <a:r>
              <a:rPr lang="zh-CN" altLang="en-US" sz="1400" b="1" dirty="0">
                <a:solidFill>
                  <a:srgbClr val="1D1D1A"/>
                </a:solidFill>
                <a:latin typeface="微软雅黑" panose="020B0503020204020204" pitchFamily="34" charset="-122"/>
                <a:ea typeface="微软雅黑" panose="020B0503020204020204" pitchFamily="34" charset="-122"/>
              </a:rPr>
              <a:t>到</a:t>
            </a:r>
            <a:r>
              <a:rPr lang="en-US" altLang="zh-CN" sz="1400" b="1" dirty="0">
                <a:solidFill>
                  <a:srgbClr val="1D1D1A"/>
                </a:solidFill>
                <a:latin typeface="微软雅黑" panose="020B0503020204020204" pitchFamily="34" charset="-122"/>
                <a:ea typeface="微软雅黑" panose="020B0503020204020204" pitchFamily="34" charset="-122"/>
              </a:rPr>
              <a:t>NPU</a:t>
            </a:r>
            <a:r>
              <a:rPr lang="zh-CN" altLang="en-US" sz="1400" b="1" dirty="0">
                <a:solidFill>
                  <a:srgbClr val="1D1D1A"/>
                </a:solidFill>
                <a:latin typeface="微软雅黑" panose="020B0503020204020204" pitchFamily="34" charset="-122"/>
                <a:ea typeface="微软雅黑" panose="020B0503020204020204" pitchFamily="34" charset="-122"/>
              </a:rPr>
              <a:t>的布线、管存面、带</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外管理面布线（服务器、灵渠</a:t>
            </a: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L1</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、灵渠</a:t>
            </a: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L2</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en-US" altLang="zh-CN"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RM211</a:t>
            </a:r>
            <a:r>
              <a:rPr kumimoji="0" lang="zh-CN" altLang="en-US" sz="14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1200" cap="none" spc="0" normalizeH="0" baseline="0" noProof="0" dirty="0" bmk="">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① 工程服务：新增</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9</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套</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A3 384</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卡超节点的规划与实施服务，华为负责超节点实施方案规划、</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L2</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主设备安装上电集成和计算柜液冷管路对接，计算柜灵衢</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L1</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与总线柜灵衢</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L2</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之间综合布线；集群集成服务</a:t>
            </a:r>
            <a:r>
              <a:rPr lang="en-US" altLang="zh-CN" sz="1400" dirty="0">
                <a:solidFill>
                  <a:srgbClr val="1D1D1A"/>
                </a:solidFill>
                <a:latin typeface="微软雅黑" panose="020B0503020204020204" pitchFamily="34" charset="-122"/>
                <a:ea typeface="微软雅黑" panose="020B0503020204020204" pitchFamily="34" charset="-122"/>
              </a:rPr>
              <a:t>.</a:t>
            </a: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② 运维服务：</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年金牌</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维保服务、服务器介质保留服务；</a:t>
            </a:r>
            <a:r>
              <a:rPr kumimoji="0" lang="zh-CN" altLang="zh-CN" sz="1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液冷保障服务</a:t>
            </a:r>
            <a:r>
              <a:rPr kumimoji="0" lang="zh-CN" altLang="en-US" sz="140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1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运维驻场，重保人天，备件</a:t>
            </a:r>
            <a:r>
              <a:rPr kumimoji="0" lang="en-US" altLang="zh-CN" sz="1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E</a:t>
            </a:r>
            <a:r>
              <a:rPr kumimoji="0" lang="zh-CN" altLang="en-US" sz="1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站</a:t>
            </a:r>
            <a:endParaRPr kumimoji="0" lang="en-US" altLang="zh-CN" sz="140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113" rtl="0" eaLnBrk="1" fontAlgn="auto" latinLnBrk="0" hangingPunct="1">
              <a:lnSpc>
                <a:spcPct val="15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③ </a:t>
            </a:r>
            <a:r>
              <a:rPr kumimoji="0" lang="en-US" altLang="zh-CN"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CCAE</a:t>
            </a:r>
            <a:r>
              <a:rPr kumimoji="0" lang="zh-CN" altLang="en-US"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管理平台：</a:t>
            </a:r>
            <a:r>
              <a:rPr kumimoji="0" lang="en-US" altLang="zh-CN"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CCAE</a:t>
            </a:r>
            <a:r>
              <a:rPr kumimoji="0" lang="zh-CN" altLang="en-US"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处于试用阶段，本次</a:t>
            </a:r>
            <a:r>
              <a:rPr kumimoji="0" lang="en-US" altLang="zh-CN"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9</a:t>
            </a:r>
            <a:r>
              <a:rPr kumimoji="0" lang="zh-CN" altLang="en-US"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套交付不做变更，计划在</a:t>
            </a:r>
            <a:r>
              <a:rPr kumimoji="0" lang="en-US" altLang="zh-CN"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1.20</a:t>
            </a:r>
            <a:r>
              <a:rPr kumimoji="0" lang="zh-CN" altLang="en-US"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rPr>
              <a:t>日批次切成正式交付版本，不作为本次工程项目验收范围。</a:t>
            </a:r>
            <a:endParaRPr kumimoji="0" lang="en-US" altLang="zh-CN" sz="1400" b="0" i="0" u="none" strike="noStrike" kern="1200" cap="none" spc="0" normalizeH="0" baseline="0" noProof="0" dirty="0">
              <a:ln>
                <a:noFill/>
              </a:ln>
              <a:solidFill>
                <a:srgbClr val="1D1D1A"/>
              </a:solidFill>
              <a:effectLst/>
              <a:highlight>
                <a:srgbClr val="FFFF00"/>
              </a:highligh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41489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38071" y="46942"/>
            <a:ext cx="11124010" cy="461605"/>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、设备选型清单</a:t>
            </a:r>
          </a:p>
        </p:txBody>
      </p:sp>
      <p:sp>
        <p:nvSpPr>
          <p:cNvPr id="7" name="矩形 6">
            <a:extLst>
              <a:ext uri="{FF2B5EF4-FFF2-40B4-BE49-F238E27FC236}">
                <a16:creationId xmlns:a16="http://schemas.microsoft.com/office/drawing/2014/main" id="{B4B5D53C-3608-49A9-80FF-C2CB0D4AEF99}"/>
              </a:ext>
            </a:extLst>
          </p:cNvPr>
          <p:cNvSpPr/>
          <p:nvPr/>
        </p:nvSpPr>
        <p:spPr>
          <a:xfrm>
            <a:off x="142329" y="584498"/>
            <a:ext cx="2736304" cy="646331"/>
          </a:xfrm>
          <a:prstGeom prst="rect">
            <a:avLst/>
          </a:prstGeom>
        </p:spPr>
        <p:txBody>
          <a:bodyPr wrap="square">
            <a:spAutoFit/>
          </a:bodyPr>
          <a:lstStyle/>
          <a:p>
            <a:pPr marL="0" marR="0" lvl="0" indent="0" algn="l" defTabSz="1219444"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客户：</a:t>
            </a:r>
            <a:r>
              <a:rPr kumimoji="0" lang="en-US" altLang="zh-CN" sz="18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JXX</a:t>
            </a:r>
          </a:p>
          <a:p>
            <a:pPr marL="0" marR="0" lvl="0" indent="0" algn="l" defTabSz="1219444"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AI</a:t>
            </a:r>
            <a:r>
              <a:rPr kumimoji="0" lang="zh-CN" altLang="en-US" sz="1800" b="1"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mn-cs"/>
              </a:rPr>
              <a:t>平台：集群集成硬底座</a:t>
            </a:r>
            <a:endPar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3">
            <a:extLst>
              <a:ext uri="{FF2B5EF4-FFF2-40B4-BE49-F238E27FC236}">
                <a16:creationId xmlns:a16="http://schemas.microsoft.com/office/drawing/2014/main" id="{1D142FE6-1C65-46B9-9252-45D12AB12668}"/>
              </a:ext>
            </a:extLst>
          </p:cNvPr>
          <p:cNvGraphicFramePr>
            <a:graphicFrameLocks noGrp="1"/>
          </p:cNvGraphicFramePr>
          <p:nvPr>
            <p:extLst>
              <p:ext uri="{D42A27DB-BD31-4B8C-83A1-F6EECF244321}">
                <p14:modId xmlns:p14="http://schemas.microsoft.com/office/powerpoint/2010/main" val="1915414963"/>
              </p:ext>
            </p:extLst>
          </p:nvPr>
        </p:nvGraphicFramePr>
        <p:xfrm>
          <a:off x="238071" y="1300902"/>
          <a:ext cx="11692164" cy="2088043"/>
        </p:xfrm>
        <a:graphic>
          <a:graphicData uri="http://schemas.openxmlformats.org/drawingml/2006/table">
            <a:tbl>
              <a:tblPr/>
              <a:tblGrid>
                <a:gridCol w="707624">
                  <a:extLst>
                    <a:ext uri="{9D8B030D-6E8A-4147-A177-3AD203B41FA5}">
                      <a16:colId xmlns:a16="http://schemas.microsoft.com/office/drawing/2014/main" val="3809445432"/>
                    </a:ext>
                  </a:extLst>
                </a:gridCol>
                <a:gridCol w="1185648">
                  <a:extLst>
                    <a:ext uri="{9D8B030D-6E8A-4147-A177-3AD203B41FA5}">
                      <a16:colId xmlns:a16="http://schemas.microsoft.com/office/drawing/2014/main" val="2413071710"/>
                    </a:ext>
                  </a:extLst>
                </a:gridCol>
                <a:gridCol w="1561264">
                  <a:extLst>
                    <a:ext uri="{9D8B030D-6E8A-4147-A177-3AD203B41FA5}">
                      <a16:colId xmlns:a16="http://schemas.microsoft.com/office/drawing/2014/main" val="2142245211"/>
                    </a:ext>
                  </a:extLst>
                </a:gridCol>
                <a:gridCol w="624506">
                  <a:extLst>
                    <a:ext uri="{9D8B030D-6E8A-4147-A177-3AD203B41FA5}">
                      <a16:colId xmlns:a16="http://schemas.microsoft.com/office/drawing/2014/main" val="2139771415"/>
                    </a:ext>
                  </a:extLst>
                </a:gridCol>
                <a:gridCol w="2107706">
                  <a:extLst>
                    <a:ext uri="{9D8B030D-6E8A-4147-A177-3AD203B41FA5}">
                      <a16:colId xmlns:a16="http://schemas.microsoft.com/office/drawing/2014/main" val="1594950872"/>
                    </a:ext>
                  </a:extLst>
                </a:gridCol>
                <a:gridCol w="858695">
                  <a:extLst>
                    <a:ext uri="{9D8B030D-6E8A-4147-A177-3AD203B41FA5}">
                      <a16:colId xmlns:a16="http://schemas.microsoft.com/office/drawing/2014/main" val="1559894634"/>
                    </a:ext>
                  </a:extLst>
                </a:gridCol>
                <a:gridCol w="4646721">
                  <a:extLst>
                    <a:ext uri="{9D8B030D-6E8A-4147-A177-3AD203B41FA5}">
                      <a16:colId xmlns:a16="http://schemas.microsoft.com/office/drawing/2014/main" val="2576873628"/>
                    </a:ext>
                  </a:extLst>
                </a:gridCol>
              </a:tblGrid>
              <a:tr h="280689">
                <a:tc>
                  <a:txBody>
                    <a:bodyPr/>
                    <a:lstStyle/>
                    <a:p>
                      <a:pPr algn="ctr" fontAlgn="ctr"/>
                      <a:r>
                        <a:rPr lang="zh-CN" altLang="en-US" sz="1000" b="1"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产品域</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设备类型</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角色</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数量</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型号</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设备厂家</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配置描述</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820585181"/>
                  </a:ext>
                </a:extLst>
              </a:tr>
              <a:tr h="132647">
                <a:tc rowSpan="2">
                  <a:txBody>
                    <a:bodyPr/>
                    <a:lstStyle/>
                    <a:p>
                      <a:pPr marL="0" algn="ctr" defTabSz="1187966" rtl="0" eaLnBrk="1" fontAlgn="ctr" latinLnBrk="0" hangingPunct="1"/>
                      <a:r>
                        <a:rPr lang="zh-CN" altLang="en-US" sz="1000" b="0" i="0" u="none" strike="noStrike" kern="1200" dirty="0">
                          <a:solidFill>
                            <a:srgbClr val="000000"/>
                          </a:solidFill>
                          <a:effectLst/>
                          <a:latin typeface="等线" panose="02010600030101010101" pitchFamily="2" charset="-122"/>
                          <a:ea typeface="等线" panose="02010600030101010101" pitchFamily="2" charset="-122"/>
                          <a:cs typeface="+mn-cs"/>
                        </a:rPr>
                        <a:t>网络</a:t>
                      </a:r>
                    </a:p>
                  </a:txBody>
                  <a:tcPr anchor="ctr">
                    <a:lnT w="6350" cap="flat" cmpd="sng" algn="ctr">
                      <a:solidFill>
                        <a:srgbClr val="000000"/>
                      </a:solidFill>
                      <a:prstDash val="solid"/>
                      <a:round/>
                      <a:headEnd type="none" w="med" len="med"/>
                      <a:tailEnd type="none" w="med" len="med"/>
                    </a:lnT>
                  </a:tcPr>
                </a:tc>
                <a:tc rowSpan="2">
                  <a:txBody>
                    <a:bodyPr/>
                    <a:lstStyle/>
                    <a:p>
                      <a:pPr algn="ctr" fontAlgn="ctr"/>
                      <a:r>
                        <a:rPr lang="zh-CN" altLang="en-US" sz="9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参数面网络设备</a:t>
                      </a:r>
                    </a:p>
                  </a:txBody>
                  <a:tcPr marL="3354" marR="3354" marT="3354"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1" i="0" u="none" strike="noStrike">
                          <a:solidFill>
                            <a:srgbClr val="000000"/>
                          </a:solidFill>
                          <a:effectLst/>
                          <a:latin typeface="Times New Roman" panose="02020603050405020304" pitchFamily="18" charset="0"/>
                          <a:ea typeface="等线" panose="02010600030101010101" pitchFamily="2" charset="-122"/>
                        </a:rPr>
                        <a:t>Spine</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64</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CE16800-X16</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900" b="0" i="0" u="none" strike="noStrike" dirty="0">
                          <a:solidFill>
                            <a:srgbClr val="000000"/>
                          </a:solidFill>
                          <a:effectLst/>
                          <a:highlight>
                            <a:srgbClr val="00FF00"/>
                          </a:highlight>
                          <a:latin typeface="宋体" panose="02010600030101010101" pitchFamily="2" charset="-122"/>
                          <a:ea typeface="宋体" panose="02010600030101010101" pitchFamily="2" charset="-122"/>
                        </a:rPr>
                        <a:t>华为</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CN" altLang="en-US"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单台</a:t>
                      </a:r>
                      <a:r>
                        <a:rPr lang="en-US" altLang="zh-CN"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3*36</a:t>
                      </a:r>
                      <a:r>
                        <a:rPr lang="en-US" altLang="zh-CN"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*400GE</a:t>
                      </a:r>
                      <a:r>
                        <a:rPr lang="zh-CN" altLang="en-US"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光</a:t>
                      </a:r>
                      <a:endParaRPr lang="zh-CN" altLang="en-US"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39337115"/>
                  </a:ext>
                </a:extLst>
              </a:tr>
              <a:tr h="143660">
                <a:tc vMerge="1">
                  <a:txBody>
                    <a:bodyPr/>
                    <a:lstStyle/>
                    <a:p>
                      <a:endParaRPr lang="zh-CN" altLang="en-US"/>
                    </a:p>
                  </a:txBody>
                  <a:tcPr/>
                </a:tc>
                <a:tc vMerge="1">
                  <a:txBody>
                    <a:bodyPr/>
                    <a:lstStyle/>
                    <a:p>
                      <a:endParaRPr lang="zh-CN" altLang="en-US"/>
                    </a:p>
                  </a:txBody>
                  <a:tcPr/>
                </a:tc>
                <a:tc>
                  <a:txBody>
                    <a:bodyPr/>
                    <a:lstStyle/>
                    <a:p>
                      <a:pPr algn="ctr" fontAlgn="ctr"/>
                      <a:r>
                        <a:rPr lang="en-US" altLang="zh-CN" sz="900" b="1" i="0" u="none" strike="noStrike" dirty="0">
                          <a:solidFill>
                            <a:srgbClr val="000000"/>
                          </a:solidFill>
                          <a:effectLst/>
                          <a:latin typeface="Times New Roman" panose="02020603050405020304" pitchFamily="18" charset="0"/>
                          <a:ea typeface="等线" panose="02010600030101010101" pitchFamily="2" charset="-122"/>
                        </a:rPr>
                        <a:t>Leaf</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54</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CE9866-128DQ</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900" b="0" i="0" u="none" strike="noStrike" dirty="0">
                          <a:solidFill>
                            <a:srgbClr val="000000"/>
                          </a:solidFill>
                          <a:effectLst/>
                          <a:highlight>
                            <a:srgbClr val="00FF00"/>
                          </a:highlight>
                          <a:latin typeface="宋体" panose="02010600030101010101" pitchFamily="2" charset="-122"/>
                          <a:ea typeface="宋体" panose="02010600030101010101" pitchFamily="2" charset="-122"/>
                        </a:rPr>
                        <a:t>华为</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altLang="zh-CN"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4U</a:t>
                      </a:r>
                      <a:r>
                        <a:rPr lang="zh-CN" altLang="en-US"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单台</a:t>
                      </a:r>
                      <a:r>
                        <a:rPr lang="en-US" altLang="zh-CN"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128*400GE</a:t>
                      </a:r>
                      <a:r>
                        <a:rPr lang="zh-CN" altLang="en-US" sz="900" b="0" i="0" u="none" strike="noStrike" dirty="0">
                          <a:solidFill>
                            <a:srgbClr val="000000"/>
                          </a:solidFill>
                          <a:effectLst/>
                          <a:highlight>
                            <a:srgbClr val="00FF00"/>
                          </a:highlight>
                          <a:latin typeface="微软雅黑" panose="020B0503020204020204" pitchFamily="34" charset="-122"/>
                          <a:ea typeface="微软雅黑" panose="020B0503020204020204" pitchFamily="34" charset="-122"/>
                        </a:rPr>
                        <a:t>光</a:t>
                      </a:r>
                      <a:endParaRPr lang="zh-CN" altLang="en-US"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96057059"/>
                  </a:ext>
                </a:extLst>
              </a:tr>
              <a:tr h="236480">
                <a:tc rowSpan="2">
                  <a:txBody>
                    <a:bodyPr/>
                    <a:lstStyle/>
                    <a:p>
                      <a:pPr marL="0" algn="ctr" defTabSz="1187966" rtl="0" eaLnBrk="1" fontAlgn="ctr" latinLnBrk="0" hangingPunct="1"/>
                      <a:r>
                        <a:rPr lang="zh-CN" altLang="en-US" sz="1000" b="0" i="0" u="none" strike="noStrike" kern="1200" dirty="0">
                          <a:solidFill>
                            <a:srgbClr val="000000"/>
                          </a:solidFill>
                          <a:effectLst/>
                          <a:latin typeface="等线" panose="02010600030101010101" pitchFamily="2" charset="-122"/>
                          <a:ea typeface="等线" panose="02010600030101010101" pitchFamily="2" charset="-122"/>
                          <a:cs typeface="+mn-cs"/>
                        </a:rPr>
                        <a:t>通算</a:t>
                      </a:r>
                    </a:p>
                  </a:txBody>
                  <a:tcPr anchor="ctr"/>
                </a:tc>
                <a:tc rowSpan="2">
                  <a:txBody>
                    <a:bodyPr/>
                    <a:lstStyle/>
                    <a:p>
                      <a:pPr marL="0" algn="ctr" defTabSz="1187966" rtl="0" eaLnBrk="1" fontAlgn="ctr" latinLnBrk="0" hangingPunct="1"/>
                      <a:r>
                        <a:rPr lang="zh-CN" altLang="en-US" sz="900" b="1" i="0" u="none" strike="noStrike" kern="1200" dirty="0">
                          <a:solidFill>
                            <a:srgbClr val="000000"/>
                          </a:solidFill>
                          <a:effectLst/>
                          <a:latin typeface="微软雅黑" panose="020B0503020204020204" pitchFamily="34" charset="-122"/>
                          <a:ea typeface="微软雅黑" panose="020B0503020204020204" pitchFamily="34" charset="-122"/>
                          <a:cs typeface="+mn-cs"/>
                        </a:rPr>
                        <a:t>通算服务器</a:t>
                      </a:r>
                    </a:p>
                  </a:txBody>
                  <a:tcPr anchor="ctr">
                    <a:lnT w="6350" cap="flat" cmpd="sng" algn="ctr">
                      <a:solidFill>
                        <a:srgbClr val="000000"/>
                      </a:solidFill>
                      <a:prstDash val="solid"/>
                      <a:round/>
                      <a:headEnd type="none" w="med" len="med"/>
                      <a:tailEnd type="none" w="med" len="med"/>
                    </a:lnT>
                  </a:tcPr>
                </a:tc>
                <a:tc>
                  <a:txBody>
                    <a:bodyPr/>
                    <a:lstStyle/>
                    <a:p>
                      <a:pPr algn="ctr" fontAlgn="ctr"/>
                      <a:r>
                        <a:rPr lang="en-US" sz="900" b="1"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NCE-Fabric</a:t>
                      </a:r>
                    </a:p>
                  </a:txBody>
                  <a:tcPr marL="3354" marR="3354" marT="3354"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3</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9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型号未定</a:t>
                      </a:r>
                      <a:endParaRPr lang="en-US" altLang="zh-CN" sz="900" b="0" i="0" u="none" strike="noStrike" dirty="0">
                        <a:solidFill>
                          <a:srgbClr val="1D1D1A"/>
                        </a:solidFill>
                        <a:effectLst/>
                        <a:highlight>
                          <a:srgbClr val="00FF00"/>
                        </a:highlight>
                        <a:latin typeface="Times New Roman" panose="02020603050405020304" pitchFamily="18" charset="0"/>
                        <a:ea typeface="+mn-ea"/>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endParaRPr lang="zh-CN" altLang="en-US" sz="900" b="0" i="0" u="none" strike="noStrike" dirty="0">
                        <a:solidFill>
                          <a:srgbClr val="1D1D1A"/>
                        </a:solidFill>
                        <a:effectLst/>
                        <a:latin typeface="宋体" panose="02010600030101010101" pitchFamily="2" charset="-122"/>
                        <a:ea typeface="宋体"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zh-CN" altLang="en-US" sz="900" b="0" i="0" u="none" strike="noStrike" dirty="0">
                        <a:solidFill>
                          <a:srgbClr val="000000"/>
                        </a:solidFill>
                        <a:effectLs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3553926"/>
                  </a:ext>
                </a:extLst>
              </a:tr>
              <a:tr h="236480">
                <a:tc vMerge="1">
                  <a:txBody>
                    <a:bodyPr/>
                    <a:lstStyle/>
                    <a:p>
                      <a:endParaRPr lang="zh-CN" altLang="en-US"/>
                    </a:p>
                  </a:txBody>
                  <a:tcPr/>
                </a:tc>
                <a:tc vMerge="1">
                  <a:txBody>
                    <a:bodyPr/>
                    <a:lstStyle/>
                    <a:p>
                      <a:endParaRPr lang="zh-CN" altLang="en-US"/>
                    </a:p>
                  </a:txBody>
                  <a:tcPr/>
                </a:tc>
                <a:tc>
                  <a:txBody>
                    <a:bodyPr/>
                    <a:lstStyle/>
                    <a:p>
                      <a:pPr algn="ctr" fontAlgn="ctr"/>
                      <a:r>
                        <a:rPr lang="en-US" sz="900" b="1"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NCE-</a:t>
                      </a:r>
                      <a:r>
                        <a:rPr lang="en-US" sz="900" b="1" i="0" u="none" strike="noStrike" dirty="0" err="1">
                          <a:solidFill>
                            <a:srgbClr val="000000"/>
                          </a:solidFill>
                          <a:effectLst/>
                          <a:highlight>
                            <a:srgbClr val="00FF00"/>
                          </a:highlight>
                          <a:latin typeface="Times New Roman" panose="02020603050405020304" pitchFamily="18" charset="0"/>
                          <a:ea typeface="等线" panose="02010600030101010101" pitchFamily="2" charset="-122"/>
                        </a:rPr>
                        <a:t>FabricInsight</a:t>
                      </a:r>
                      <a:endParaRPr lang="en-US" sz="900" b="1" i="0" u="none" strike="noStrike" dirty="0">
                        <a:solidFill>
                          <a:srgbClr val="000000"/>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altLang="zh-CN"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4</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CN" altLang="en-US" sz="9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型号未定</a:t>
                      </a:r>
                      <a:endParaRPr lang="en-US" sz="9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endParaRPr lang="zh-CN" altLang="en-US" sz="900" b="0" i="0" u="none" strike="noStrike">
                        <a:solidFill>
                          <a:srgbClr val="1D1D1A"/>
                        </a:solidFill>
                        <a:effectLst/>
                        <a:latin typeface="宋体" panose="02010600030101010101" pitchFamily="2" charset="-122"/>
                        <a:ea typeface="宋体"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endParaRPr lang="zh-CN" altLang="en-US" sz="900" b="0" i="0" u="none" strike="noStrike">
                        <a:solidFill>
                          <a:srgbClr val="000000"/>
                        </a:solidFill>
                        <a:effectLs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4018089"/>
                  </a:ext>
                </a:extLst>
              </a:tr>
              <a:tr h="495218">
                <a:tc>
                  <a:txBody>
                    <a:bodyPr/>
                    <a:lstStyle/>
                    <a:p>
                      <a:pPr algn="ctr" fontAlgn="ctr"/>
                      <a:r>
                        <a:rPr lang="zh-CN" altLang="en-US" sz="1000" b="0" i="0" u="none" strike="noStrike" dirty="0">
                          <a:solidFill>
                            <a:srgbClr val="000000"/>
                          </a:solidFill>
                          <a:effectLst/>
                          <a:latin typeface="等线" panose="02010600030101010101" pitchFamily="2" charset="-122"/>
                          <a:ea typeface="等线" panose="02010600030101010101" pitchFamily="2" charset="-122"/>
                        </a:rPr>
                        <a:t>智算</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tc>
                  <a:txBody>
                    <a:bodyPr/>
                    <a:lstStyle/>
                    <a:p>
                      <a:pPr algn="ctr" fontAlgn="ctr"/>
                      <a:r>
                        <a:rPr lang="zh-CN" altLang="en-US" sz="900" b="1" i="0" u="none" strike="noStrike" kern="1200" dirty="0">
                          <a:solidFill>
                            <a:srgbClr val="000000"/>
                          </a:solidFill>
                          <a:effectLst/>
                          <a:latin typeface="微软雅黑" panose="020B0503020204020204" pitchFamily="34" charset="-122"/>
                          <a:ea typeface="微软雅黑" panose="020B0503020204020204" pitchFamily="34" charset="-122"/>
                          <a:cs typeface="+mn-cs"/>
                        </a:rPr>
                        <a:t>训练服务器</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1"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Atlas 900 A3 </a:t>
                      </a:r>
                      <a:r>
                        <a:rPr lang="en-US" sz="900" b="1" i="0" u="none" strike="noStrike" dirty="0" err="1">
                          <a:solidFill>
                            <a:srgbClr val="000000"/>
                          </a:solidFill>
                          <a:effectLst/>
                          <a:highlight>
                            <a:srgbClr val="00FF00"/>
                          </a:highlight>
                          <a:latin typeface="Times New Roman" panose="02020603050405020304" pitchFamily="18" charset="0"/>
                          <a:ea typeface="等线" panose="02010600030101010101" pitchFamily="2" charset="-122"/>
                        </a:rPr>
                        <a:t>SuperPoD</a:t>
                      </a:r>
                      <a:endParaRPr lang="en-US" sz="900" b="1" i="0" u="none" strike="noStrike" dirty="0">
                        <a:solidFill>
                          <a:srgbClr val="000000"/>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9</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rPr>
                        <a:t>Atlas 900 A3 </a:t>
                      </a:r>
                      <a:r>
                        <a:rPr lang="en-US" sz="900" b="0" i="0" u="none" strike="noStrike" dirty="0" err="1">
                          <a:solidFill>
                            <a:srgbClr val="000000"/>
                          </a:solidFill>
                          <a:effectLst/>
                          <a:highlight>
                            <a:srgbClr val="00FF00"/>
                          </a:highlight>
                          <a:latin typeface="Times New Roman" panose="02020603050405020304" pitchFamily="18" charset="0"/>
                          <a:ea typeface="等线" panose="02010600030101010101" pitchFamily="2" charset="-122"/>
                        </a:rPr>
                        <a:t>SuperPoD</a:t>
                      </a:r>
                      <a:endParaRPr lang="en-US" sz="900" b="0" i="0" u="none" strike="noStrike" dirty="0">
                        <a:solidFill>
                          <a:srgbClr val="000000"/>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900" b="0" i="0" u="none" strike="noStrike" dirty="0">
                          <a:solidFill>
                            <a:srgbClr val="000000"/>
                          </a:solidFill>
                          <a:effectLst/>
                          <a:latin typeface="宋体" panose="02010600030101010101" pitchFamily="2" charset="-122"/>
                          <a:ea typeface="宋体" panose="02010600030101010101" pitchFamily="2" charset="-122"/>
                        </a:rPr>
                        <a:t>华为</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1187966" rtl="0" eaLnBrk="1" fontAlgn="ctr" latinLnBrk="0" hangingPunct="1">
                        <a:lnSpc>
                          <a:spcPct val="100000"/>
                        </a:lnSpc>
                        <a:spcBef>
                          <a:spcPts val="0"/>
                        </a:spcBef>
                        <a:spcAft>
                          <a:spcPts val="0"/>
                        </a:spcAft>
                        <a:buClrTx/>
                        <a:buSzTx/>
                        <a:buFontTx/>
                        <a:buNone/>
                        <a:tabLst/>
                        <a:defRPr/>
                      </a:pPr>
                      <a:r>
                        <a:rPr lang="en-US" altLang="zh-CN" sz="900" b="0" i="0" u="none" strike="noStrike" dirty="0">
                          <a:solidFill>
                            <a:srgbClr val="000000"/>
                          </a:solidFill>
                          <a:effectLst/>
                          <a:latin typeface="Times New Roman" panose="02020603050405020304" pitchFamily="18" charset="0"/>
                          <a:ea typeface="等线" panose="02010600030101010101" pitchFamily="2" charset="-122"/>
                        </a:rPr>
                        <a:t>1</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个</a:t>
                      </a:r>
                      <a:r>
                        <a:rPr lang="en-US" sz="900" b="0" i="0" u="none" strike="noStrike" dirty="0">
                          <a:solidFill>
                            <a:srgbClr val="000000"/>
                          </a:solidFill>
                          <a:effectLst/>
                          <a:latin typeface="Times New Roman" panose="02020603050405020304" pitchFamily="18" charset="0"/>
                          <a:ea typeface="等线" panose="02010600030101010101" pitchFamily="2" charset="-122"/>
                        </a:rPr>
                        <a:t>Atlas 900 A3 </a:t>
                      </a:r>
                      <a:r>
                        <a:rPr lang="en-US" sz="900" b="0" i="0" u="none" strike="noStrike" dirty="0" err="1">
                          <a:solidFill>
                            <a:srgbClr val="000000"/>
                          </a:solidFill>
                          <a:effectLst/>
                          <a:latin typeface="Times New Roman" panose="02020603050405020304" pitchFamily="18" charset="0"/>
                          <a:ea typeface="等线" panose="02010600030101010101" pitchFamily="2" charset="-122"/>
                        </a:rPr>
                        <a:t>SuperPoD</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包含</a:t>
                      </a:r>
                      <a:r>
                        <a:rPr lang="en-US" altLang="zh-CN" sz="900" b="0" i="0" u="none" strike="noStrike" dirty="0">
                          <a:solidFill>
                            <a:srgbClr val="000000"/>
                          </a:solidFill>
                          <a:effectLst/>
                          <a:latin typeface="Times New Roman" panose="02020603050405020304" pitchFamily="18" charset="0"/>
                          <a:ea typeface="等线" panose="02010600030101010101" pitchFamily="2" charset="-122"/>
                        </a:rPr>
                        <a:t>12</a:t>
                      </a: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个计算柜，</a:t>
                      </a:r>
                      <a:r>
                        <a:rPr lang="zh-CN" altLang="en-US" sz="900" b="0" i="0" u="none" strike="noStrike" dirty="0">
                          <a:effectLst/>
                          <a:latin typeface="微软雅黑" panose="020B0503020204020204" pitchFamily="34" charset="-122"/>
                          <a:ea typeface="微软雅黑" panose="020B0503020204020204" pitchFamily="34" charset="-122"/>
                        </a:rPr>
                        <a:t>功能模块</a:t>
                      </a:r>
                      <a:r>
                        <a:rPr lang="en-US" altLang="zh-CN" sz="900" b="0" i="0" u="none" strike="noStrike" dirty="0">
                          <a:effectLst/>
                          <a:latin typeface="微软雅黑" panose="020B0503020204020204" pitchFamily="34" charset="-122"/>
                          <a:ea typeface="微软雅黑" panose="020B0503020204020204" pitchFamily="34" charset="-122"/>
                        </a:rPr>
                        <a:t>-Atlas 900 A3 SuperPoD-A9US-33-HCZSC2A0L06-Atlas 900 A3 </a:t>
                      </a:r>
                      <a:r>
                        <a:rPr lang="en-US" altLang="zh-CN" sz="900" b="0" i="0" u="none" strike="noStrike" dirty="0" err="1">
                          <a:effectLst/>
                          <a:latin typeface="微软雅黑" panose="020B0503020204020204" pitchFamily="34" charset="-122"/>
                          <a:ea typeface="微软雅黑" panose="020B0503020204020204" pitchFamily="34" charset="-122"/>
                        </a:rPr>
                        <a:t>SuperPoD</a:t>
                      </a:r>
                      <a:r>
                        <a:rPr lang="en-US" altLang="zh-CN" sz="900" b="0" i="0" u="none" strike="noStrike" dirty="0">
                          <a:effectLst/>
                          <a:latin typeface="微软雅黑" panose="020B0503020204020204" pitchFamily="34" charset="-122"/>
                          <a:ea typeface="微软雅黑" panose="020B0503020204020204" pitchFamily="34" charset="-122"/>
                        </a:rPr>
                        <a:t> 384</a:t>
                      </a:r>
                      <a:r>
                        <a:rPr lang="zh-CN" altLang="en-US" sz="900" b="0" i="0" u="none" strike="noStrike" dirty="0">
                          <a:effectLst/>
                          <a:latin typeface="微软雅黑" panose="020B0503020204020204" pitchFamily="34" charset="-122"/>
                          <a:ea typeface="微软雅黑" panose="020B0503020204020204" pitchFamily="34" charset="-122"/>
                        </a:rPr>
                        <a:t>超节点</a:t>
                      </a:r>
                      <a:r>
                        <a:rPr lang="en-US" altLang="zh-CN" sz="900" b="0" i="0" u="none" strike="noStrike" dirty="0">
                          <a:effectLst/>
                          <a:latin typeface="微软雅黑" panose="020B0503020204020204" pitchFamily="34" charset="-122"/>
                          <a:ea typeface="微软雅黑" panose="020B0503020204020204" pitchFamily="34" charset="-122"/>
                        </a:rPr>
                        <a:t>(384*Ascend910,192*Kunpeng920,1536*96GB DDR,96*1823,96*7.68T NVME,48*3.84T NVME)</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46807881"/>
                  </a:ext>
                </a:extLst>
              </a:tr>
              <a:tr h="249113">
                <a:tc>
                  <a:txBody>
                    <a:bodyPr/>
                    <a:lstStyle/>
                    <a:p>
                      <a:pPr algn="ctr" fontAlgn="ctr"/>
                      <a:r>
                        <a:rPr lang="zh-CN" altLang="en-US" sz="1000" b="0" i="0" u="none" strike="noStrike" dirty="0">
                          <a:solidFill>
                            <a:srgbClr val="000000"/>
                          </a:solidFill>
                          <a:effectLst/>
                          <a:latin typeface="等线" panose="02010600030101010101" pitchFamily="2" charset="-122"/>
                          <a:ea typeface="等线" panose="02010600030101010101" pitchFamily="2" charset="-122"/>
                        </a:rPr>
                        <a:t>管理软件</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zh-CN" altLang="en-US" sz="900" b="1" i="0" u="none" strike="noStrike" kern="1200" dirty="0">
                          <a:solidFill>
                            <a:srgbClr val="000000"/>
                          </a:solidFill>
                          <a:effectLst/>
                          <a:latin typeface="微软雅黑" panose="020B0503020204020204" pitchFamily="34" charset="-122"/>
                          <a:ea typeface="微软雅黑" panose="020B0503020204020204" pitchFamily="34" charset="-122"/>
                          <a:cs typeface="+mn-cs"/>
                        </a:rPr>
                        <a:t>管理软件</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en-US" altLang="zh-CN" sz="900" b="1" i="0" u="none" strike="noStrike" dirty="0">
                          <a:solidFill>
                            <a:schemeClr val="tx1"/>
                          </a:solidFill>
                          <a:effectLst/>
                          <a:highlight>
                            <a:srgbClr val="00FF00"/>
                          </a:highlight>
                          <a:latin typeface="Times New Roman" panose="02020603050405020304" pitchFamily="18" charset="0"/>
                          <a:ea typeface="等线" panose="02010600030101010101" pitchFamily="2" charset="-122"/>
                        </a:rPr>
                        <a:t>NCE</a:t>
                      </a:r>
                      <a:endParaRPr lang="en-US" sz="900" b="1" i="0" u="none" strike="noStrike" dirty="0">
                        <a:solidFill>
                          <a:schemeClr val="tx1"/>
                        </a:solidFill>
                        <a:effectLst/>
                        <a:highlight>
                          <a:srgbClr val="00FF00"/>
                        </a:highligh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en-US" altLang="zh-CN" sz="900" b="0" i="0" u="none" strike="noStrike" dirty="0">
                          <a:solidFill>
                            <a:srgbClr val="000000"/>
                          </a:solidFill>
                          <a:effectLst/>
                          <a:latin typeface="Times New Roman" panose="02020603050405020304" pitchFamily="18" charset="0"/>
                          <a:ea typeface="等线" panose="02010600030101010101" pitchFamily="2" charset="-122"/>
                        </a:rPr>
                        <a:t>0</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marL="0" marR="0" lvl="0" indent="0" algn="ctr" defTabSz="1187966" rtl="0" eaLnBrk="1" fontAlgn="ctr" latinLnBrk="0" hangingPunct="1">
                        <a:lnSpc>
                          <a:spcPct val="100000"/>
                        </a:lnSpc>
                        <a:spcBef>
                          <a:spcPts val="0"/>
                        </a:spcBef>
                        <a:spcAft>
                          <a:spcPts val="0"/>
                        </a:spcAft>
                        <a:buClrTx/>
                        <a:buSzTx/>
                        <a:buFontTx/>
                        <a:buNone/>
                        <a:tabLst/>
                        <a:defRPr/>
                      </a:pPr>
                      <a:r>
                        <a:rPr lang="en-US" altLang="zh-CN" sz="900" dirty="0">
                          <a:highlight>
                            <a:srgbClr val="00FF00"/>
                          </a:highlight>
                          <a:latin typeface="微软雅黑" panose="020B0503020204020204" pitchFamily="34" charset="-122"/>
                          <a:ea typeface="微软雅黑" panose="020B0503020204020204" pitchFamily="34" charset="-122"/>
                        </a:rPr>
                        <a:t>NCE-</a:t>
                      </a:r>
                      <a:r>
                        <a:rPr lang="en-US" altLang="zh-CN" sz="900" dirty="0" err="1">
                          <a:highlight>
                            <a:srgbClr val="00FF00"/>
                          </a:highlight>
                          <a:latin typeface="微软雅黑" panose="020B0503020204020204" pitchFamily="34" charset="-122"/>
                          <a:ea typeface="微软雅黑" panose="020B0503020204020204" pitchFamily="34" charset="-122"/>
                        </a:rPr>
                        <a:t>FabricInsight</a:t>
                      </a:r>
                      <a:r>
                        <a:rPr lang="zh-CN" altLang="en-US" sz="900" dirty="0">
                          <a:highlight>
                            <a:srgbClr val="00FF00"/>
                          </a:highlight>
                          <a:latin typeface="微软雅黑" panose="020B0503020204020204" pitchFamily="34" charset="-122"/>
                          <a:ea typeface="微软雅黑" panose="020B0503020204020204" pitchFamily="34" charset="-122"/>
                        </a:rPr>
                        <a:t>、</a:t>
                      </a:r>
                      <a:r>
                        <a:rPr lang="en-US" altLang="zh-CN" sz="900" dirty="0">
                          <a:highlight>
                            <a:srgbClr val="00FF00"/>
                          </a:highlight>
                          <a:latin typeface="微软雅黑" panose="020B0503020204020204" pitchFamily="34" charset="-122"/>
                          <a:ea typeface="微软雅黑" panose="020B0503020204020204" pitchFamily="34" charset="-122"/>
                        </a:rPr>
                        <a:t>NCE-Fabric</a:t>
                      </a:r>
                      <a:endParaRPr lang="zh-CN" altLang="en-US" sz="900" dirty="0">
                        <a:latin typeface="微软雅黑" panose="020B0503020204020204" pitchFamily="34" charset="-122"/>
                        <a:ea typeface="微软雅黑" panose="020B0503020204020204" pitchFamily="34"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zh-CN" altLang="en-US" sz="900" b="0" i="0" u="none" strike="noStrike" dirty="0">
                          <a:solidFill>
                            <a:srgbClr val="000000"/>
                          </a:solidFill>
                          <a:effectLst/>
                          <a:latin typeface="宋体" panose="02010600030101010101" pitchFamily="2" charset="-122"/>
                          <a:ea typeface="宋体" panose="02010600030101010101" pitchFamily="2" charset="-122"/>
                        </a:rPr>
                        <a:t>华为</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l" fontAlgn="ctr"/>
                      <a:endParaRPr lang="zh-CN" altLang="en-US" sz="900" b="0" i="0" u="none" strike="noStrike" dirty="0">
                        <a:solidFill>
                          <a:srgbClr val="000000"/>
                        </a:solidFill>
                        <a:effectLs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2103941286"/>
                  </a:ext>
                </a:extLst>
              </a:tr>
              <a:tr h="249113">
                <a:tc>
                  <a:txBody>
                    <a:bodyPr/>
                    <a:lstStyle/>
                    <a:p>
                      <a:pPr algn="ctr" fontAlgn="ctr"/>
                      <a:r>
                        <a:rPr lang="zh-CN" altLang="en-US" sz="1000" b="0" i="0" u="none" strike="noStrike" dirty="0">
                          <a:solidFill>
                            <a:srgbClr val="000000"/>
                          </a:solidFill>
                          <a:effectLst/>
                          <a:latin typeface="等线" panose="02010600030101010101" pitchFamily="2" charset="-122"/>
                          <a:ea typeface="等线" panose="02010600030101010101" pitchFamily="2" charset="-122"/>
                        </a:rPr>
                        <a:t>存储</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marL="0" marR="0" lvl="0" indent="0" algn="ctr" defTabSz="1187966" rtl="0" eaLnBrk="1" fontAlgn="ctr" latinLnBrk="0" hangingPunct="1">
                        <a:lnSpc>
                          <a:spcPct val="100000"/>
                        </a:lnSpc>
                        <a:spcBef>
                          <a:spcPts val="0"/>
                        </a:spcBef>
                        <a:spcAft>
                          <a:spcPts val="0"/>
                        </a:spcAft>
                        <a:buClrTx/>
                        <a:buSzTx/>
                        <a:buFontTx/>
                        <a:buNone/>
                        <a:tabLst/>
                        <a:defRPr/>
                      </a:pPr>
                      <a:r>
                        <a:rPr lang="zh-CN" altLang="en-US" sz="900" b="0" i="0" u="none" strike="noStrike" dirty="0">
                          <a:solidFill>
                            <a:srgbClr val="000000"/>
                          </a:solidFill>
                          <a:effectLst/>
                          <a:latin typeface="等线" panose="02010600030101010101" pitchFamily="2" charset="-122"/>
                          <a:ea typeface="+mn-ea"/>
                        </a:rPr>
                        <a:t>存储</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zh-CN" altLang="en-US" sz="900" b="1" i="0" u="none" strike="noStrike" dirty="0">
                          <a:solidFill>
                            <a:schemeClr val="tx1"/>
                          </a:solidFill>
                          <a:effectLst/>
                          <a:latin typeface="Times New Roman" panose="02020603050405020304" pitchFamily="18" charset="0"/>
                          <a:ea typeface="等线" panose="02010600030101010101" pitchFamily="2" charset="-122"/>
                        </a:rPr>
                        <a:t>不涉及</a:t>
                      </a:r>
                      <a:endParaRPr lang="en-US" sz="900" b="1" i="0" u="none" strike="noStrike" dirty="0">
                        <a:solidFill>
                          <a:schemeClr val="tx1"/>
                        </a:solidFill>
                        <a:effectLs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r>
                        <a:rPr lang="en-US" altLang="zh-CN" sz="900" b="0" i="0" u="none" strike="noStrike" dirty="0">
                          <a:solidFill>
                            <a:srgbClr val="000000"/>
                          </a:solidFill>
                          <a:effectLst/>
                          <a:latin typeface="Times New Roman" panose="02020603050405020304" pitchFamily="18" charset="0"/>
                          <a:ea typeface="等线" panose="02010600030101010101" pitchFamily="2" charset="-122"/>
                        </a:rPr>
                        <a:t>0</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marL="0" marR="0" lvl="0" indent="0" algn="ctr" defTabSz="1187966" rtl="0" eaLnBrk="1" fontAlgn="ctr" latinLnBrk="0" hangingPunct="1">
                        <a:lnSpc>
                          <a:spcPct val="100000"/>
                        </a:lnSpc>
                        <a:spcBef>
                          <a:spcPts val="0"/>
                        </a:spcBef>
                        <a:spcAft>
                          <a:spcPts val="0"/>
                        </a:spcAft>
                        <a:buClrTx/>
                        <a:buSzTx/>
                        <a:buFontTx/>
                        <a:buNone/>
                        <a:tabLst/>
                        <a:defRPr/>
                      </a:pPr>
                      <a:r>
                        <a:rPr lang="en-US" altLang="zh-CN" sz="900" dirty="0">
                          <a:latin typeface="微软雅黑" panose="020B0503020204020204" pitchFamily="34" charset="-122"/>
                          <a:ea typeface="微软雅黑" panose="020B0503020204020204" pitchFamily="34" charset="-122"/>
                        </a:rPr>
                        <a:t> </a:t>
                      </a:r>
                      <a:r>
                        <a:rPr lang="zh-CN" altLang="en-US" sz="900" dirty="0">
                          <a:latin typeface="微软雅黑" panose="020B0503020204020204" pitchFamily="34" charset="-122"/>
                          <a:ea typeface="微软雅黑" panose="020B0503020204020204" pitchFamily="34" charset="-122"/>
                        </a:rPr>
                        <a:t>不涉及</a:t>
                      </a: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ctr" fontAlgn="ct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tc>
                  <a:txBody>
                    <a:bodyPr/>
                    <a:lstStyle/>
                    <a:p>
                      <a:pPr algn="l" fontAlgn="ctr"/>
                      <a:endParaRPr lang="zh-CN" altLang="en-US" sz="900" b="0" i="0" u="none" strike="noStrike" dirty="0">
                        <a:solidFill>
                          <a:srgbClr val="000000"/>
                        </a:solidFill>
                        <a:effectLst/>
                        <a:latin typeface="Times New Roman" panose="02020603050405020304" pitchFamily="18" charset="0"/>
                        <a:ea typeface="等线" panose="02010600030101010101" pitchFamily="2" charset="-122"/>
                      </a:endParaRPr>
                    </a:p>
                  </a:txBody>
                  <a:tcPr marL="3354" marR="3354" marT="33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solidFill>
                  </a:tcPr>
                </a:tc>
                <a:extLst>
                  <a:ext uri="{0D108BD9-81ED-4DB2-BD59-A6C34878D82A}">
                    <a16:rowId xmlns:a16="http://schemas.microsoft.com/office/drawing/2014/main" val="3411738924"/>
                  </a:ext>
                </a:extLst>
              </a:tr>
            </a:tbl>
          </a:graphicData>
        </a:graphic>
      </p:graphicFrame>
    </p:spTree>
    <p:extLst>
      <p:ext uri="{BB962C8B-B14F-4D97-AF65-F5344CB8AC3E}">
        <p14:creationId xmlns:p14="http://schemas.microsoft.com/office/powerpoint/2010/main" val="2542320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ADCE781-6991-4815-A816-D4634ADA09AB}"/>
              </a:ext>
            </a:extLst>
          </p:cNvPr>
          <p:cNvSpPr txBox="1"/>
          <p:nvPr/>
        </p:nvSpPr>
        <p:spPr>
          <a:xfrm>
            <a:off x="246493" y="89078"/>
            <a:ext cx="11563326" cy="461438"/>
          </a:xfrm>
          <a:prstGeom prst="rect">
            <a:avLst/>
          </a:prstGeom>
          <a:noFill/>
        </p:spPr>
        <p:txBody>
          <a:bodyPr wrap="square" rtlCol="0">
            <a:spAutoFit/>
          </a:bodyPr>
          <a:lstStyle/>
          <a:p>
            <a:pPr marL="0" marR="0" lvl="0" indent="0" algn="l" defTabSz="913761"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C00000"/>
                </a:solidFill>
                <a:effectLst/>
                <a:uLnTx/>
                <a:uFillTx/>
                <a:latin typeface="Arial"/>
                <a:ea typeface="微软雅黑"/>
                <a:cs typeface="Arial" panose="020B0604020202020204" pitchFamily="34" charset="0"/>
              </a:rPr>
              <a:t>3</a:t>
            </a:r>
            <a:r>
              <a:rPr kumimoji="0" lang="zh-CN" altLang="en-US" sz="2400" b="1" i="0" u="none" strike="noStrike" kern="1200" cap="none" spc="0" normalizeH="0" baseline="0" noProof="0" dirty="0">
                <a:ln>
                  <a:noFill/>
                </a:ln>
                <a:solidFill>
                  <a:srgbClr val="C00000"/>
                </a:solidFill>
                <a:effectLst/>
                <a:uLnTx/>
                <a:uFillTx/>
                <a:latin typeface="Arial"/>
                <a:ea typeface="微软雅黑"/>
                <a:cs typeface="Arial" panose="020B0604020202020204" pitchFamily="34" charset="0"/>
              </a:rPr>
              <a:t>、产品版本配套</a:t>
            </a:r>
            <a:endPar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 name="表格 1">
            <a:extLst>
              <a:ext uri="{FF2B5EF4-FFF2-40B4-BE49-F238E27FC236}">
                <a16:creationId xmlns:a16="http://schemas.microsoft.com/office/drawing/2014/main" id="{B1D959A9-353C-460B-863B-AB1E4BD6EC3B}"/>
              </a:ext>
            </a:extLst>
          </p:cNvPr>
          <p:cNvGraphicFramePr>
            <a:graphicFrameLocks noGrp="1"/>
          </p:cNvGraphicFramePr>
          <p:nvPr>
            <p:extLst>
              <p:ext uri="{D42A27DB-BD31-4B8C-83A1-F6EECF244321}">
                <p14:modId xmlns:p14="http://schemas.microsoft.com/office/powerpoint/2010/main" val="4188016540"/>
              </p:ext>
            </p:extLst>
          </p:nvPr>
        </p:nvGraphicFramePr>
        <p:xfrm>
          <a:off x="266872" y="550516"/>
          <a:ext cx="11375331" cy="2810838"/>
        </p:xfrm>
        <a:graphic>
          <a:graphicData uri="http://schemas.openxmlformats.org/drawingml/2006/table">
            <a:tbl>
              <a:tblPr/>
              <a:tblGrid>
                <a:gridCol w="493426">
                  <a:extLst>
                    <a:ext uri="{9D8B030D-6E8A-4147-A177-3AD203B41FA5}">
                      <a16:colId xmlns:a16="http://schemas.microsoft.com/office/drawing/2014/main" val="2136751248"/>
                    </a:ext>
                  </a:extLst>
                </a:gridCol>
                <a:gridCol w="2582286">
                  <a:extLst>
                    <a:ext uri="{9D8B030D-6E8A-4147-A177-3AD203B41FA5}">
                      <a16:colId xmlns:a16="http://schemas.microsoft.com/office/drawing/2014/main" val="1943374692"/>
                    </a:ext>
                  </a:extLst>
                </a:gridCol>
                <a:gridCol w="2700302">
                  <a:extLst>
                    <a:ext uri="{9D8B030D-6E8A-4147-A177-3AD203B41FA5}">
                      <a16:colId xmlns:a16="http://schemas.microsoft.com/office/drawing/2014/main" val="707254068"/>
                    </a:ext>
                  </a:extLst>
                </a:gridCol>
                <a:gridCol w="4672060">
                  <a:extLst>
                    <a:ext uri="{9D8B030D-6E8A-4147-A177-3AD203B41FA5}">
                      <a16:colId xmlns:a16="http://schemas.microsoft.com/office/drawing/2014/main" val="2241710825"/>
                    </a:ext>
                  </a:extLst>
                </a:gridCol>
                <a:gridCol w="927257">
                  <a:extLst>
                    <a:ext uri="{9D8B030D-6E8A-4147-A177-3AD203B41FA5}">
                      <a16:colId xmlns:a16="http://schemas.microsoft.com/office/drawing/2014/main" val="1576437318"/>
                    </a:ext>
                  </a:extLst>
                </a:gridCol>
              </a:tblGrid>
              <a:tr h="208380">
                <a:tc>
                  <a:txBody>
                    <a:bodyPr/>
                    <a:lstStyle/>
                    <a:p>
                      <a:pPr marL="36000" algn="ctr" rtl="0" fontAlgn="ctr"/>
                      <a:r>
                        <a:rPr lang="zh-CN" altLang="en-US" sz="1200" b="1" i="0" u="none" strike="noStrike" dirty="0">
                          <a:solidFill>
                            <a:srgbClr val="1D1D1A"/>
                          </a:solidFill>
                          <a:effectLst/>
                          <a:latin typeface="微软雅黑" panose="020B0503020204020204" pitchFamily="34" charset="-122"/>
                          <a:ea typeface="微软雅黑" panose="020B0503020204020204" pitchFamily="34" charset="-122"/>
                        </a:rPr>
                        <a:t>领域</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00CCFF"/>
                    </a:solidFill>
                  </a:tcPr>
                </a:tc>
                <a:tc>
                  <a:txBody>
                    <a:bodyPr/>
                    <a:lstStyle/>
                    <a:p>
                      <a:pPr marL="36000" algn="ctr" rtl="0"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类别</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00CCFF"/>
                    </a:solidFill>
                  </a:tcPr>
                </a:tc>
                <a:tc>
                  <a:txBody>
                    <a:bodyPr/>
                    <a:lstStyle/>
                    <a:p>
                      <a:pPr marL="36000" algn="ctr" rtl="0"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部件</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00CCFF"/>
                    </a:solidFill>
                  </a:tcPr>
                </a:tc>
                <a:tc>
                  <a:txBody>
                    <a:bodyPr/>
                    <a:lstStyle/>
                    <a:p>
                      <a:pPr marL="36000" algn="ctr" rtl="0"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版本号</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00CCFF"/>
                    </a:solidFill>
                  </a:tcPr>
                </a:tc>
                <a:tc>
                  <a:txBody>
                    <a:bodyPr/>
                    <a:lstStyle/>
                    <a:p>
                      <a:pPr marL="36000" algn="ctr" rtl="0" fontAlgn="ct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TR</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点状态</a:t>
                      </a: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FF"/>
                    </a:solidFill>
                  </a:tcPr>
                </a:tc>
                <a:extLst>
                  <a:ext uri="{0D108BD9-81ED-4DB2-BD59-A6C34878D82A}">
                    <a16:rowId xmlns:a16="http://schemas.microsoft.com/office/drawing/2014/main" val="1775423280"/>
                  </a:ext>
                </a:extLst>
              </a:tr>
              <a:tr h="173958">
                <a:tc rowSpan="6">
                  <a:txBody>
                    <a:bodyPr/>
                    <a:lstStyle/>
                    <a:p>
                      <a:r>
                        <a:rPr lang="zh-CN" altLang="en-US" sz="1000" b="0" i="0" u="none" strike="noStrike" kern="1200" dirty="0">
                          <a:solidFill>
                            <a:srgbClr val="1D1D1A"/>
                          </a:solidFill>
                          <a:effectLst/>
                          <a:latin typeface="微软雅黑" panose="020B0503020204020204" pitchFamily="34" charset="-122"/>
                          <a:ea typeface="微软雅黑" panose="020B0503020204020204" pitchFamily="34" charset="-122"/>
                          <a:cs typeface="+mn-cs"/>
                        </a:rPr>
                        <a:t>昇腾</a:t>
                      </a:r>
                    </a:p>
                  </a:txBody>
                  <a:tcPr anchor="ctr">
                    <a:lnT w="12700" cap="flat" cmpd="sng" algn="ctr">
                      <a:solidFill>
                        <a:srgbClr val="939387"/>
                      </a:solidFill>
                      <a:prstDash val="solid"/>
                      <a:round/>
                      <a:headEnd type="none" w="med" len="med"/>
                      <a:tailEnd type="none" w="med" len="med"/>
                    </a:lnT>
                  </a:tcP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驱动和固件</a:t>
                      </a: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Atlas 900 A3 </a:t>
                      </a: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SuperPOD</a:t>
                      </a:r>
                      <a:endPar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endParaRP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Atlas 900 A3 </a:t>
                      </a: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SuperPoD</a:t>
                      </a: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 1.0.1.1</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3847723"/>
                  </a:ext>
                </a:extLst>
              </a:tr>
              <a:tr h="173958">
                <a:tc vMerge="1">
                  <a:txBody>
                    <a:bodyPr/>
                    <a:lstStyle/>
                    <a:p>
                      <a:endParaRPr lang="zh-CN" altLang="en-US"/>
                    </a:p>
                  </a:txBody>
                  <a:tcPr/>
                </a:tc>
                <a:tc>
                  <a:txBody>
                    <a:bodyPr/>
                    <a:lstStyle/>
                    <a:p>
                      <a:pPr marL="36000" algn="just" rtl="0" fontAlgn="ctr"/>
                      <a:r>
                        <a:rPr lang="en-US" sz="1000" b="0" i="0" u="none" strike="noStrike" dirty="0">
                          <a:solidFill>
                            <a:srgbClr val="1D1D1A"/>
                          </a:solidFill>
                          <a:effectLst/>
                          <a:latin typeface="微软雅黑" panose="020B0503020204020204" pitchFamily="34" charset="-122"/>
                          <a:ea typeface="微软雅黑" panose="020B0503020204020204" pitchFamily="34" charset="-122"/>
                        </a:rPr>
                        <a:t>CANN</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CANN</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CANN 8.2.RC1</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4212218"/>
                  </a:ext>
                </a:extLst>
              </a:tr>
              <a:tr h="173958">
                <a:tc vMerge="1">
                  <a:txBody>
                    <a:bodyPr/>
                    <a:lstStyle/>
                    <a:p>
                      <a:endParaRPr lang="zh-CN" altLang="en-US"/>
                    </a:p>
                  </a:txBody>
                  <a:tcPr/>
                </a:tc>
                <a:tc>
                  <a:txBody>
                    <a:bodyPr/>
                    <a:lstStyle/>
                    <a:p>
                      <a:pPr marL="36000" marR="0" lvl="0" indent="0" algn="just" defTabSz="1187679" rtl="0" eaLnBrk="1" fontAlgn="ctr" latinLnBrk="0" hangingPunct="1">
                        <a:lnSpc>
                          <a:spcPct val="100000"/>
                        </a:lnSpc>
                        <a:spcBef>
                          <a:spcPts val="0"/>
                        </a:spcBef>
                        <a:spcAft>
                          <a:spcPts val="0"/>
                        </a:spcAft>
                        <a:buClrTx/>
                        <a:buSzTx/>
                        <a:buFontTx/>
                        <a:buNone/>
                        <a:tabLst/>
                        <a:defRPr/>
                      </a:pPr>
                      <a:r>
                        <a:rPr lang="en-US" altLang="zh-CN"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MindCluster</a:t>
                      </a:r>
                      <a:endParaRPr lang="en-US" altLang="zh-CN"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endParaRP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MindCluster</a:t>
                      </a:r>
                      <a:endPar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endParaRP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MindCluster</a:t>
                      </a: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 7.1.RC1</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7479793"/>
                  </a:ext>
                </a:extLst>
              </a:tr>
              <a:tr h="173958">
                <a:tc vMerge="1">
                  <a:txBody>
                    <a:bodyPr/>
                    <a:lstStyle/>
                    <a:p>
                      <a:endParaRPr lang="zh-CN" altLang="en-US"/>
                    </a:p>
                  </a:txBody>
                  <a:tcP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开发工具链</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latin typeface="微软雅黑" panose="020B0503020204020204" pitchFamily="34" charset="-122"/>
                          <a:ea typeface="微软雅黑" panose="020B0503020204020204" pitchFamily="34" charset="-122"/>
                        </a:rPr>
                        <a:t>MindStudio</a:t>
                      </a:r>
                      <a:endParaRPr lang="en-US" sz="1000" b="0" i="0" u="none" strike="noStrike" dirty="0">
                        <a:solidFill>
                          <a:srgbClr val="1D1D1A"/>
                        </a:solidFill>
                        <a:effectLst/>
                        <a:latin typeface="微软雅黑" panose="020B0503020204020204" pitchFamily="34" charset="-122"/>
                        <a:ea typeface="微软雅黑" panose="020B0503020204020204" pitchFamily="34" charset="-122"/>
                      </a:endParaRP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latin typeface="微软雅黑" panose="020B0503020204020204" pitchFamily="34" charset="-122"/>
                          <a:ea typeface="微软雅黑" panose="020B0503020204020204" pitchFamily="34" charset="-122"/>
                        </a:rPr>
                        <a:t>MindStudio</a:t>
                      </a:r>
                      <a:r>
                        <a:rPr lang="en-US" sz="1000" b="0" i="0" u="none" strike="noStrike" dirty="0">
                          <a:solidFill>
                            <a:srgbClr val="1D1D1A"/>
                          </a:solidFill>
                          <a:effectLst/>
                          <a:latin typeface="微软雅黑" panose="020B0503020204020204" pitchFamily="34" charset="-122"/>
                          <a:ea typeface="微软雅黑" panose="020B0503020204020204" pitchFamily="34" charset="-122"/>
                        </a:rPr>
                        <a:t> 8.0.RC1</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5483048"/>
                  </a:ext>
                </a:extLst>
              </a:tr>
              <a:tr h="606914">
                <a:tc vMerge="1">
                  <a:txBody>
                    <a:bodyPr/>
                    <a:lstStyle/>
                    <a:p>
                      <a:endParaRPr lang="zh-CN" altLang="en-US"/>
                    </a:p>
                  </a:txBody>
                  <a:tcP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网卡</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marL="36000" algn="just" rtl="0" fontAlgn="ctr"/>
                      <a:r>
                        <a:rPr lang="en-US" sz="1000" b="0" i="0" u="none" strike="noStrike" dirty="0">
                          <a:solidFill>
                            <a:srgbClr val="1D1D1A"/>
                          </a:solidFill>
                          <a:effectLst/>
                          <a:latin typeface="微软雅黑" panose="020B0503020204020204" pitchFamily="34" charset="-122"/>
                          <a:ea typeface="微软雅黑" panose="020B0503020204020204" pitchFamily="34" charset="-122"/>
                        </a:rPr>
                        <a:t>SP226D（1822</a:t>
                      </a: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网卡）</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marL="36000" algn="l"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驱动：</a:t>
                      </a:r>
                      <a:r>
                        <a:rPr lang="en-US" sz="1000" b="0" i="0" u="none" strike="noStrike" dirty="0">
                          <a:solidFill>
                            <a:srgbClr val="1D1D1A"/>
                          </a:solidFill>
                          <a:effectLst/>
                          <a:latin typeface="微软雅黑" panose="020B0503020204020204" pitchFamily="34" charset="-122"/>
                          <a:ea typeface="微软雅黑" panose="020B0503020204020204" pitchFamily="34" charset="-122"/>
                        </a:rPr>
                        <a:t>SDK_LINUX-17.12.1.0-openEuler22.03SP4-aarch64.tar.gz </a:t>
                      </a:r>
                    </a:p>
                    <a:p>
                      <a:pPr marL="36000" algn="l"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固件：</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hinic3-src_17.12.1.0.tar.gz</a:t>
                      </a:r>
                    </a:p>
                    <a:p>
                      <a:pPr marL="36000" marR="0" lvl="0" indent="0" algn="l" defTabSz="1187679" rtl="0" eaLnBrk="1" fontAlgn="ctr" latinLnBrk="0" hangingPunct="1">
                        <a:lnSpc>
                          <a:spcPct val="100000"/>
                        </a:lnSpc>
                        <a:spcBef>
                          <a:spcPts val="0"/>
                        </a:spcBef>
                        <a:spcAft>
                          <a:spcPts val="0"/>
                        </a:spcAft>
                        <a:buClrTx/>
                        <a:buSzTx/>
                        <a:buFontTx/>
                        <a:buNone/>
                        <a:tabLst/>
                        <a:defRPr/>
                      </a:pP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SP226D</a:t>
                      </a:r>
                      <a:r>
                        <a:rPr lang="zh-CN" altLang="en-US" sz="800" b="0" i="0" u="none" strike="noStrike" dirty="0">
                          <a:solidFill>
                            <a:srgbClr val="000000"/>
                          </a:solidFill>
                          <a:effectLst/>
                          <a:latin typeface="微软雅黑" panose="020B0503020204020204" pitchFamily="34" charset="-122"/>
                          <a:ea typeface="微软雅黑" panose="020B0503020204020204" pitchFamily="34" charset="-122"/>
                        </a:rPr>
                        <a:t>固件包：</a:t>
                      </a:r>
                      <a:r>
                        <a:rPr lang="en-US" altLang="zh-CN" sz="800" b="0" i="0" u="none" strike="noStrike" dirty="0">
                          <a:solidFill>
                            <a:srgbClr val="000000"/>
                          </a:solidFill>
                          <a:effectLst/>
                          <a:latin typeface="微软雅黑" panose="020B0503020204020204" pitchFamily="34" charset="-122"/>
                          <a:ea typeface="微软雅黑" panose="020B0503020204020204" pitchFamily="34" charset="-122"/>
                        </a:rPr>
                        <a:t>InternetNIC-SP226D-FW-17.12.1.0.tar.gz</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2777614"/>
                  </a:ext>
                </a:extLst>
              </a:tr>
              <a:tr h="360040">
                <a:tc vMerge="1">
                  <a:txBody>
                    <a:bodyPr/>
                    <a:lstStyle/>
                    <a:p>
                      <a:endParaRPr lang="zh-CN" altLang="en-US" sz="1000" b="0" i="0" u="none" strike="noStrike" kern="1200" dirty="0">
                        <a:solidFill>
                          <a:srgbClr val="1D1D1A"/>
                        </a:solidFill>
                        <a:effectLst/>
                        <a:latin typeface="微软雅黑" panose="020B0503020204020204" pitchFamily="34" charset="-122"/>
                        <a:ea typeface="微软雅黑" panose="020B0503020204020204" pitchFamily="34" charset="-122"/>
                        <a:cs typeface="+mn-cs"/>
                      </a:endParaRPr>
                    </a:p>
                  </a:txBody>
                  <a:tcPr anchor="ctr">
                    <a:lnR w="12700" cap="flat" cmpd="sng" algn="ctr">
                      <a:solidFill>
                        <a:srgbClr val="939387"/>
                      </a:solidFill>
                      <a:prstDash val="solid"/>
                      <a:round/>
                      <a:headEnd type="none" w="med" len="med"/>
                      <a:tailEnd type="none" w="med" len="med"/>
                    </a:lnR>
                  </a:tcP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灵</a:t>
                      </a:r>
                      <a:r>
                        <a:rPr lang="zh-CN" altLang="en-US" sz="1000" dirty="0"/>
                        <a:t>衢</a:t>
                      </a:r>
                      <a:endParaRPr lang="zh-CN" altLang="en-US" sz="1000" b="0" i="0" u="none" strike="noStrike" dirty="0">
                        <a:solidFill>
                          <a:srgbClr val="1D1D1A"/>
                        </a:solidFill>
                        <a:effectLst/>
                        <a:latin typeface="微软雅黑" panose="020B0503020204020204" pitchFamily="34" charset="-122"/>
                        <a:ea typeface="微软雅黑" panose="020B0503020204020204" pitchFamily="34" charset="-122"/>
                      </a:endParaRP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algn="l" fontAlgn="ctr"/>
                      <a:r>
                        <a:rPr lang="en-US" sz="700" b="0" i="0" u="none" strike="noStrike" dirty="0" err="1">
                          <a:solidFill>
                            <a:srgbClr val="000000"/>
                          </a:solidFill>
                          <a:effectLst/>
                          <a:latin typeface="微软雅黑" panose="020B0503020204020204" pitchFamily="34" charset="-122"/>
                          <a:ea typeface="微软雅黑" panose="020B0503020204020204" pitchFamily="34" charset="-122"/>
                        </a:rPr>
                        <a:t>LingQu</a:t>
                      </a:r>
                      <a:r>
                        <a:rPr lang="en-US" sz="700" b="0" i="0" u="none" strike="noStrike" dirty="0">
                          <a:solidFill>
                            <a:srgbClr val="000000"/>
                          </a:solidFill>
                          <a:effectLst/>
                          <a:latin typeface="微软雅黑" panose="020B0503020204020204" pitchFamily="34" charset="-122"/>
                          <a:ea typeface="微软雅黑" panose="020B0503020204020204" pitchFamily="34" charset="-122"/>
                        </a:rPr>
                        <a:t> Computing Network</a:t>
                      </a:r>
                    </a:p>
                  </a:txBody>
                  <a:tcPr marL="2218" marR="2218" marT="2218"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algn="l" fontAlgn="ctr"/>
                      <a:r>
                        <a:rPr lang="en-US" altLang="zh-CN" sz="7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2218" marR="2218" marT="2218"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algn="ctr" fontAlgn="ctr"/>
                      <a:endParaRPr lang="en-US" sz="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2218" marR="2218" marT="22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8983777"/>
                  </a:ext>
                </a:extLst>
              </a:tr>
              <a:tr h="173958">
                <a:tc rowSpan="4">
                  <a:txBody>
                    <a:bodyPr/>
                    <a:lstStyle/>
                    <a:p>
                      <a:r>
                        <a:rPr lang="zh-CN" altLang="en-US" sz="1000" b="0" i="0" u="none" strike="noStrike" kern="1200" dirty="0">
                          <a:solidFill>
                            <a:srgbClr val="1D1D1A"/>
                          </a:solidFill>
                          <a:effectLst/>
                          <a:latin typeface="微软雅黑" panose="020B0503020204020204" pitchFamily="34" charset="-122"/>
                          <a:ea typeface="微软雅黑" panose="020B0503020204020204" pitchFamily="34" charset="-122"/>
                          <a:cs typeface="+mn-cs"/>
                        </a:rPr>
                        <a:t>网络</a:t>
                      </a:r>
                    </a:p>
                  </a:txBody>
                  <a:tcPr anchor="ct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参数面</a:t>
                      </a:r>
                      <a:r>
                        <a:rPr lang="en-US" altLang="zh-CN" sz="1000" b="0" i="0" u="none" strike="noStrike" dirty="0">
                          <a:solidFill>
                            <a:srgbClr val="1D1D1A"/>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训练集群存储面接入交换机</a:t>
                      </a: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algn="l" rtl="0" fontAlgn="ctr"/>
                      <a:r>
                        <a:rPr lang="en-US" altLang="zh-CN" sz="10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CE9866-128DQ</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V300R025C00SPC500&amp;</a:t>
                      </a:r>
                      <a:r>
                        <a:rPr lang="en-US" altLang="zh-CN"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V300R024SPH186</a:t>
                      </a:r>
                      <a:endPar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endParaRP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1955943"/>
                  </a:ext>
                </a:extLst>
              </a:tr>
              <a:tr h="173958">
                <a:tc vMerge="1">
                  <a:txBody>
                    <a:bodyPr/>
                    <a:lstStyle/>
                    <a:p>
                      <a:endParaRPr lang="zh-CN" altLang="en-US"/>
                    </a:p>
                  </a:txBody>
                  <a:tcPr/>
                </a:tc>
                <a:tc>
                  <a:txBody>
                    <a:bodyPr/>
                    <a:lstStyle/>
                    <a:p>
                      <a:pPr marL="36000" algn="just" rtl="0" fontAlgn="ct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参数面</a:t>
                      </a:r>
                      <a:r>
                        <a:rPr lang="en-US" altLang="zh-CN" sz="1000" b="0" i="0" u="none" strike="noStrike" dirty="0">
                          <a:solidFill>
                            <a:srgbClr val="1D1D1A"/>
                          </a:solidFill>
                          <a:effectLst/>
                          <a:latin typeface="微软雅黑" panose="020B0503020204020204" pitchFamily="34" charset="-122"/>
                          <a:ea typeface="微软雅黑" panose="020B0503020204020204" pitchFamily="34" charset="-122"/>
                        </a:rPr>
                        <a:t>-</a:t>
                      </a:r>
                      <a:r>
                        <a:rPr lang="zh-CN" altLang="en-US" sz="1000" b="0" i="0" u="none" strike="noStrike" dirty="0">
                          <a:solidFill>
                            <a:srgbClr val="1D1D1A"/>
                          </a:solidFill>
                          <a:effectLst/>
                          <a:latin typeface="微软雅黑" panose="020B0503020204020204" pitchFamily="34" charset="-122"/>
                          <a:ea typeface="微软雅黑" panose="020B0503020204020204" pitchFamily="34" charset="-122"/>
                        </a:rPr>
                        <a:t>汇聚交换机</a:t>
                      </a: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algn="l" rtl="0" fontAlgn="ctr"/>
                      <a:r>
                        <a:rPr lang="en-US" altLang="zh-CN" sz="1000" b="0" i="0" u="none" strike="noStrike" dirty="0">
                          <a:solidFill>
                            <a:srgbClr val="1D1D1A"/>
                          </a:solidFill>
                          <a:effectLst/>
                          <a:highlight>
                            <a:srgbClr val="00FF00"/>
                          </a:highlight>
                          <a:latin typeface="Times New Roman" panose="02020603050405020304" pitchFamily="18" charset="0"/>
                          <a:ea typeface="等线" panose="02010600030101010101" pitchFamily="2" charset="-122"/>
                        </a:rPr>
                        <a:t>CE16800-X16</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solidFill>
                      <a:srgbClr val="FFFFFF"/>
                    </a:solidFill>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V300R024C00SPC500&amp;V300R024SPH186</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1047932"/>
                  </a:ext>
                </a:extLst>
              </a:tr>
              <a:tr h="173958">
                <a:tc vMerge="1">
                  <a:txBody>
                    <a:bodyPr/>
                    <a:lstStyle/>
                    <a:p>
                      <a:endParaRPr lang="zh-CN" altLang="en-US"/>
                    </a:p>
                  </a:txBody>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NCE-</a:t>
                      </a:r>
                      <a:r>
                        <a:rPr lang="zh-CN" alt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控制器</a:t>
                      </a: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iMaster</a:t>
                      </a: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 NCE-Fabric</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V100R025C00SPC100</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961278"/>
                  </a:ext>
                </a:extLst>
              </a:tr>
              <a:tr h="173958">
                <a:tc vMerge="1">
                  <a:txBody>
                    <a:bodyPr/>
                    <a:lstStyle/>
                    <a:p>
                      <a:endParaRPr lang="zh-CN" altLang="en-US"/>
                    </a:p>
                  </a:txBody>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NCE-</a:t>
                      </a:r>
                      <a:r>
                        <a:rPr lang="zh-CN" alt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分析器</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iMaster</a:t>
                      </a: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 NCE-</a:t>
                      </a:r>
                      <a:r>
                        <a:rPr lang="en-US" sz="1000" b="0" i="0" u="none" strike="noStrike" dirty="0" err="1">
                          <a:solidFill>
                            <a:srgbClr val="1D1D1A"/>
                          </a:solidFill>
                          <a:effectLst/>
                          <a:highlight>
                            <a:srgbClr val="00FF00"/>
                          </a:highlight>
                          <a:latin typeface="微软雅黑" panose="020B0503020204020204" pitchFamily="34" charset="-122"/>
                          <a:ea typeface="微软雅黑" panose="020B0503020204020204" pitchFamily="34" charset="-122"/>
                        </a:rPr>
                        <a:t>FabricInsight</a:t>
                      </a: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 </a:t>
                      </a:r>
                    </a:p>
                  </a:txBody>
                  <a:tcPr marL="1641" marR="1641" marT="1641" marB="0" anchor="ctr">
                    <a:lnL w="12700" cap="flat" cmpd="sng" algn="ctr">
                      <a:solidFill>
                        <a:srgbClr val="939387"/>
                      </a:solidFill>
                      <a:prstDash val="solid"/>
                      <a:round/>
                      <a:headEnd type="none" w="med" len="med"/>
                      <a:tailEnd type="none" w="med" len="med"/>
                    </a:lnL>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just" rtl="0" fontAlgn="ctr"/>
                      <a:r>
                        <a:rPr lang="en-US" sz="1000" b="0" i="0" u="none" strike="noStrike" dirty="0">
                          <a:solidFill>
                            <a:srgbClr val="1D1D1A"/>
                          </a:solidFill>
                          <a:effectLst/>
                          <a:highlight>
                            <a:srgbClr val="00FF00"/>
                          </a:highlight>
                          <a:latin typeface="微软雅黑" panose="020B0503020204020204" pitchFamily="34" charset="-122"/>
                          <a:ea typeface="微软雅黑" panose="020B0503020204020204" pitchFamily="34" charset="-122"/>
                        </a:rPr>
                        <a:t>V100R025C00SPC100</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marR="0" lvl="0" indent="0" algn="ctr" defTabSz="1187679" rtl="0" eaLnBrk="1" fontAlgn="ctr"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GA</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4645716"/>
                  </a:ext>
                </a:extLst>
              </a:tr>
              <a:tr h="173958">
                <a:tc>
                  <a:txBody>
                    <a:bodyPr/>
                    <a:lstStyle/>
                    <a:p>
                      <a:pPr algn="ctr"/>
                      <a:r>
                        <a:rPr lang="en-US" altLang="zh-CN" sz="1000" b="0" i="0" u="none" strike="noStrike" kern="1200" dirty="0">
                          <a:solidFill>
                            <a:srgbClr val="1D1D1A"/>
                          </a:solidFill>
                          <a:effectLst/>
                          <a:latin typeface="微软雅黑" panose="020B0503020204020204" pitchFamily="34" charset="-122"/>
                          <a:ea typeface="微软雅黑" panose="020B0503020204020204" pitchFamily="34" charset="-122"/>
                          <a:cs typeface="+mn-cs"/>
                        </a:rPr>
                        <a:t>OS</a:t>
                      </a:r>
                      <a:endParaRPr lang="zh-CN" altLang="en-US" sz="1000" b="0" i="0" u="none" strike="noStrike" kern="1200" dirty="0">
                        <a:solidFill>
                          <a:srgbClr val="1D1D1A"/>
                        </a:solidFill>
                        <a:effectLst/>
                        <a:latin typeface="微软雅黑" panose="020B0503020204020204" pitchFamily="34" charset="-122"/>
                        <a:ea typeface="微软雅黑" panose="020B0503020204020204" pitchFamily="34" charset="-122"/>
                        <a:cs typeface="+mn-cs"/>
                      </a:endParaRPr>
                    </a:p>
                  </a:txBody>
                  <a:tcPr anchor="ctr"/>
                </a:tc>
                <a:tc>
                  <a:txBody>
                    <a:bodyPr/>
                    <a:lstStyle/>
                    <a:p>
                      <a:pPr marL="0" marR="0" lvl="0" indent="0" algn="l" defTabSz="1187679" rtl="0" eaLnBrk="1" fontAlgn="auto" latinLnBrk="0" hangingPunct="1">
                        <a:lnSpc>
                          <a:spcPct val="100000"/>
                        </a:lnSpc>
                        <a:spcBef>
                          <a:spcPts val="0"/>
                        </a:spcBef>
                        <a:spcAft>
                          <a:spcPts val="0"/>
                        </a:spcAft>
                        <a:buClrTx/>
                        <a:buSzTx/>
                        <a:buFontTx/>
                        <a:buNone/>
                        <a:tabLst/>
                        <a:defRPr/>
                      </a:pPr>
                      <a:r>
                        <a:rPr lang="zh-CN" altLang="en-US" sz="1000" b="0" i="0" u="none" strike="noStrike" kern="1200" dirty="0">
                          <a:solidFill>
                            <a:srgbClr val="1D1D1A"/>
                          </a:solidFill>
                          <a:effectLst/>
                          <a:latin typeface="微软雅黑" panose="020B0503020204020204" pitchFamily="34" charset="-122"/>
                          <a:ea typeface="微软雅黑" panose="020B0503020204020204" pitchFamily="34" charset="-122"/>
                          <a:cs typeface="+mn-cs"/>
                        </a:rPr>
                        <a:t>智算服务器容器业务操作系统</a:t>
                      </a:r>
                    </a:p>
                  </a:txBody>
                  <a:tcPr>
                    <a:lnT w="12700" cap="flat" cmpd="sng" algn="ctr">
                      <a:solidFill>
                        <a:srgbClr val="939387"/>
                      </a:solidFill>
                      <a:prstDash val="solid"/>
                      <a:round/>
                      <a:headEnd type="none" w="med" len="med"/>
                      <a:tailEnd type="none" w="med" len="med"/>
                    </a:lnT>
                  </a:tcPr>
                </a:tc>
                <a:tc>
                  <a:txBody>
                    <a:bodyPr/>
                    <a:lstStyle/>
                    <a:p>
                      <a:pPr marL="36000" algn="just" rtl="0" fontAlgn="ctr"/>
                      <a:r>
                        <a:rPr lang="en-US" sz="1000" b="0" i="0" u="none" strike="noStrike">
                          <a:solidFill>
                            <a:srgbClr val="000000"/>
                          </a:solidFill>
                          <a:effectLst/>
                          <a:highlight>
                            <a:srgbClr val="00FF00"/>
                          </a:highlight>
                          <a:latin typeface="微软雅黑" panose="020B0503020204020204" pitchFamily="34" charset="-122"/>
                          <a:ea typeface="微软雅黑" panose="020B0503020204020204" pitchFamily="34" charset="-122"/>
                        </a:rPr>
                        <a:t>host OS</a:t>
                      </a:r>
                    </a:p>
                  </a:txBody>
                  <a:tcPr marL="1641" marR="1641" marT="1641" marB="0" anchor="ctr">
                    <a:lnR w="12700" cap="flat" cmpd="sng" algn="ctr">
                      <a:solidFill>
                        <a:srgbClr val="939387"/>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l" fontAlgn="ctr"/>
                      <a:r>
                        <a:rPr lang="en-US" sz="1000" b="0" i="0" u="none" strike="noStrike" dirty="0">
                          <a:effectLst/>
                          <a:highlight>
                            <a:srgbClr val="00FF00"/>
                          </a:highlight>
                          <a:latin typeface="微软雅黑" panose="020B0503020204020204" pitchFamily="34" charset="-122"/>
                          <a:ea typeface="微软雅黑" panose="020B0503020204020204" pitchFamily="34" charset="-122"/>
                        </a:rPr>
                        <a:t>vesselos-22.03-sp4</a:t>
                      </a:r>
                    </a:p>
                  </a:txBody>
                  <a:tcPr marL="1641" marR="1641" marT="1641" marB="0" anchor="ctr">
                    <a:lnL w="12700" cap="flat" cmpd="sng" algn="ctr">
                      <a:solidFill>
                        <a:srgbClr val="939387"/>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39387"/>
                      </a:solidFill>
                      <a:prstDash val="solid"/>
                      <a:round/>
                      <a:headEnd type="none" w="med" len="med"/>
                      <a:tailEnd type="none" w="med" len="med"/>
                    </a:lnT>
                    <a:lnB w="12700" cap="flat" cmpd="sng" algn="ctr">
                      <a:solidFill>
                        <a:srgbClr val="939387"/>
                      </a:solidFill>
                      <a:prstDash val="solid"/>
                      <a:round/>
                      <a:headEnd type="none" w="med" len="med"/>
                      <a:tailEnd type="none" w="med" len="med"/>
                    </a:lnB>
                  </a:tcPr>
                </a:tc>
                <a:tc>
                  <a:txBody>
                    <a:bodyPr/>
                    <a:lstStyle/>
                    <a:p>
                      <a:pPr marL="36000" algn="ctr" fontAlgn="ctr"/>
                      <a:r>
                        <a:rPr lang="en-US" altLang="zh-CN" sz="1000" b="0" i="0" u="none" strike="noStrike" dirty="0">
                          <a:effectLst/>
                          <a:latin typeface="微软雅黑" panose="020B0503020204020204" pitchFamily="34" charset="-122"/>
                          <a:ea typeface="微软雅黑" panose="020B0503020204020204" pitchFamily="34" charset="-122"/>
                        </a:rPr>
                        <a:t>GA</a:t>
                      </a:r>
                      <a:endParaRPr lang="zh-CN" altLang="en-US" sz="1000" b="0" i="0" u="none" strike="noStrike" dirty="0">
                        <a:effectLst/>
                        <a:latin typeface="微软雅黑" panose="020B0503020204020204" pitchFamily="34" charset="-122"/>
                        <a:ea typeface="微软雅黑" panose="020B0503020204020204" pitchFamily="34" charset="-122"/>
                      </a:endParaRPr>
                    </a:p>
                  </a:txBody>
                  <a:tcPr marL="1641" marR="1641" marT="16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1860121"/>
                  </a:ext>
                </a:extLst>
              </a:tr>
            </a:tbl>
          </a:graphicData>
        </a:graphic>
      </p:graphicFrame>
      <p:graphicFrame>
        <p:nvGraphicFramePr>
          <p:cNvPr id="3" name="对象 2">
            <a:extLst>
              <a:ext uri="{FF2B5EF4-FFF2-40B4-BE49-F238E27FC236}">
                <a16:creationId xmlns:a16="http://schemas.microsoft.com/office/drawing/2014/main" id="{394B3820-7539-42A3-8954-DC9A10601D85}"/>
              </a:ext>
            </a:extLst>
          </p:cNvPr>
          <p:cNvGraphicFramePr>
            <a:graphicFrameLocks noChangeAspect="1"/>
          </p:cNvGraphicFramePr>
          <p:nvPr>
            <p:extLst>
              <p:ext uri="{D42A27DB-BD31-4B8C-83A1-F6EECF244321}">
                <p14:modId xmlns:p14="http://schemas.microsoft.com/office/powerpoint/2010/main" val="4136068150"/>
              </p:ext>
            </p:extLst>
          </p:nvPr>
        </p:nvGraphicFramePr>
        <p:xfrm>
          <a:off x="1273051" y="3933850"/>
          <a:ext cx="674687" cy="585787"/>
        </p:xfrm>
        <a:graphic>
          <a:graphicData uri="http://schemas.openxmlformats.org/presentationml/2006/ole">
            <mc:AlternateContent xmlns:mc="http://schemas.openxmlformats.org/markup-compatibility/2006">
              <mc:Choice xmlns:v="urn:schemas-microsoft-com:vml" Requires="v">
                <p:oleObj spid="_x0000_s1076" name="Binary Worksheet" showAsIcon="1" r:id="rId3" imgW="675000" imgH="585000" progId="Excel.SheetBinaryMacroEnabled.12">
                  <p:embed/>
                </p:oleObj>
              </mc:Choice>
              <mc:Fallback>
                <p:oleObj name="Binary Worksheet" showAsIcon="1" r:id="rId3" imgW="675000" imgH="585000" progId="Excel.SheetBinaryMacroEnabled.12">
                  <p:embed/>
                  <p:pic>
                    <p:nvPicPr>
                      <p:cNvPr id="0" name=""/>
                      <p:cNvPicPr/>
                      <p:nvPr/>
                    </p:nvPicPr>
                    <p:blipFill>
                      <a:blip r:embed="rId4"/>
                      <a:stretch>
                        <a:fillRect/>
                      </a:stretch>
                    </p:blipFill>
                    <p:spPr>
                      <a:xfrm>
                        <a:off x="1273051" y="3933850"/>
                        <a:ext cx="674687" cy="585787"/>
                      </a:xfrm>
                      <a:prstGeom prst="rect">
                        <a:avLst/>
                      </a:prstGeom>
                    </p:spPr>
                  </p:pic>
                </p:oleObj>
              </mc:Fallback>
            </mc:AlternateContent>
          </a:graphicData>
        </a:graphic>
      </p:graphicFrame>
    </p:spTree>
    <p:extLst>
      <p:ext uri="{BB962C8B-B14F-4D97-AF65-F5344CB8AC3E}">
        <p14:creationId xmlns:p14="http://schemas.microsoft.com/office/powerpoint/2010/main" val="54254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ADCE781-6991-4815-A816-D4634ADA09AB}"/>
              </a:ext>
            </a:extLst>
          </p:cNvPr>
          <p:cNvSpPr txBox="1"/>
          <p:nvPr/>
        </p:nvSpPr>
        <p:spPr>
          <a:xfrm>
            <a:off x="246493" y="89078"/>
            <a:ext cx="11563326" cy="461438"/>
          </a:xfrm>
          <a:prstGeom prst="rect">
            <a:avLst/>
          </a:prstGeom>
          <a:noFill/>
        </p:spPr>
        <p:txBody>
          <a:bodyPr wrap="square" rtlCol="0">
            <a:spAutoFit/>
          </a:bodyPr>
          <a:lstStyle/>
          <a:p>
            <a:pPr marL="0" marR="0" lvl="0" indent="0" algn="l" defTabSz="913761" rtl="0" eaLnBrk="1" fontAlgn="auto" latinLnBrk="0" hangingPunct="1">
              <a:lnSpc>
                <a:spcPct val="100000"/>
              </a:lnSpc>
              <a:spcBef>
                <a:spcPts val="0"/>
              </a:spcBef>
              <a:spcAft>
                <a:spcPts val="0"/>
              </a:spcAft>
              <a:buClrTx/>
              <a:buSzTx/>
              <a:buFontTx/>
              <a:buNone/>
              <a:tabLst/>
              <a:defRPr/>
            </a:pPr>
            <a:r>
              <a:rPr lang="en-US" altLang="zh-CN" b="1" dirty="0">
                <a:solidFill>
                  <a:srgbClr val="C00000"/>
                </a:solidFill>
                <a:latin typeface="Arial"/>
                <a:ea typeface="微软雅黑"/>
                <a:cs typeface="Arial" panose="020B0604020202020204" pitchFamily="34" charset="0"/>
              </a:rPr>
              <a:t>4</a:t>
            </a:r>
            <a:r>
              <a:rPr kumimoji="0" lang="zh-CN" altLang="en-US" sz="2400" b="1" i="0" u="none" strike="noStrike" kern="1200" cap="none" spc="0" normalizeH="0" baseline="0" noProof="0" dirty="0">
                <a:ln>
                  <a:noFill/>
                </a:ln>
                <a:solidFill>
                  <a:srgbClr val="C00000"/>
                </a:solidFill>
                <a:effectLst/>
                <a:uLnTx/>
                <a:uFillTx/>
                <a:latin typeface="Arial"/>
                <a:ea typeface="微软雅黑"/>
                <a:cs typeface="Arial" panose="020B0604020202020204" pitchFamily="34" charset="0"/>
              </a:rPr>
              <a:t>、交付计划</a:t>
            </a:r>
            <a:endPar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4B51C5E2-4F62-4800-8610-0DE47E075238}"/>
              </a:ext>
            </a:extLst>
          </p:cNvPr>
          <p:cNvPicPr>
            <a:picLocks noChangeAspect="1"/>
          </p:cNvPicPr>
          <p:nvPr/>
        </p:nvPicPr>
        <p:blipFill>
          <a:blip r:embed="rId2"/>
          <a:stretch>
            <a:fillRect/>
          </a:stretch>
        </p:blipFill>
        <p:spPr>
          <a:xfrm>
            <a:off x="480963" y="807337"/>
            <a:ext cx="10217143" cy="1542857"/>
          </a:xfrm>
          <a:prstGeom prst="rect">
            <a:avLst/>
          </a:prstGeom>
        </p:spPr>
      </p:pic>
      <p:sp>
        <p:nvSpPr>
          <p:cNvPr id="8" name="矩形: 圆角 7">
            <a:extLst>
              <a:ext uri="{FF2B5EF4-FFF2-40B4-BE49-F238E27FC236}">
                <a16:creationId xmlns:a16="http://schemas.microsoft.com/office/drawing/2014/main" id="{1076BB0B-8A30-48DE-ACAA-B9B5A86E2231}"/>
              </a:ext>
            </a:extLst>
          </p:cNvPr>
          <p:cNvSpPr/>
          <p:nvPr/>
        </p:nvSpPr>
        <p:spPr>
          <a:xfrm>
            <a:off x="480963" y="2421682"/>
            <a:ext cx="11017224" cy="12961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fontAlgn="ctr"/>
            <a:r>
              <a:rPr lang="en-US" altLang="zh-CN" sz="1200" b="1" u="none" strike="noStrike" dirty="0">
                <a:solidFill>
                  <a:schemeClr val="tx1"/>
                </a:solidFill>
                <a:effectLst/>
              </a:rPr>
              <a:t>1</a:t>
            </a:r>
            <a:r>
              <a:rPr lang="zh-CN" altLang="en-US" sz="1200" b="1" u="none" strike="noStrike" dirty="0">
                <a:solidFill>
                  <a:schemeClr val="tx1"/>
                </a:solidFill>
                <a:effectLst/>
              </a:rPr>
              <a:t>、总计</a:t>
            </a:r>
            <a:r>
              <a:rPr lang="en-US" altLang="zh-CN" sz="1200" b="1" u="none" strike="noStrike" dirty="0">
                <a:solidFill>
                  <a:schemeClr val="tx1"/>
                </a:solidFill>
                <a:effectLst/>
              </a:rPr>
              <a:t>9 POD</a:t>
            </a:r>
            <a:r>
              <a:rPr lang="zh-CN" altLang="en-US" sz="1200" b="1" u="none" strike="noStrike" dirty="0">
                <a:solidFill>
                  <a:schemeClr val="tx1"/>
                </a:solidFill>
                <a:effectLst/>
              </a:rPr>
              <a:t>，分两批到货；首批</a:t>
            </a:r>
            <a:r>
              <a:rPr lang="en-US" altLang="zh-CN" sz="1200" b="1" u="none" strike="noStrike" dirty="0">
                <a:solidFill>
                  <a:schemeClr val="tx1"/>
                </a:solidFill>
                <a:effectLst/>
              </a:rPr>
              <a:t>4 POD1</a:t>
            </a:r>
            <a:r>
              <a:rPr lang="zh-CN" altLang="en-US" sz="1200" b="1" u="none" strike="noStrike" dirty="0">
                <a:solidFill>
                  <a:schemeClr val="tx1"/>
                </a:solidFill>
                <a:effectLst/>
              </a:rPr>
              <a:t>月</a:t>
            </a:r>
            <a:r>
              <a:rPr lang="en-US" altLang="zh-CN" sz="1200" b="1" u="none" strike="noStrike" dirty="0">
                <a:solidFill>
                  <a:schemeClr val="tx1"/>
                </a:solidFill>
                <a:effectLst/>
              </a:rPr>
              <a:t>10</a:t>
            </a:r>
            <a:r>
              <a:rPr lang="zh-CN" altLang="en-US" sz="1200" b="1" u="none" strike="noStrike" dirty="0">
                <a:solidFill>
                  <a:schemeClr val="tx1"/>
                </a:solidFill>
                <a:effectLst/>
              </a:rPr>
              <a:t>日到货，第二批</a:t>
            </a:r>
            <a:r>
              <a:rPr lang="en-US" altLang="zh-CN" sz="1200" b="1" u="none" strike="noStrike" dirty="0">
                <a:solidFill>
                  <a:schemeClr val="tx1"/>
                </a:solidFill>
                <a:effectLst/>
              </a:rPr>
              <a:t>5 POD</a:t>
            </a:r>
            <a:r>
              <a:rPr lang="zh-CN" altLang="en-US" sz="1200" b="1" u="none" strike="noStrike" dirty="0">
                <a:solidFill>
                  <a:schemeClr val="tx1"/>
                </a:solidFill>
                <a:effectLst/>
              </a:rPr>
              <a:t>预计</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30</a:t>
            </a:r>
            <a:r>
              <a:rPr lang="zh-CN" altLang="en-US" sz="1200" b="1" u="none" strike="noStrike" dirty="0">
                <a:solidFill>
                  <a:schemeClr val="tx1"/>
                </a:solidFill>
                <a:effectLst/>
              </a:rPr>
              <a:t>日到货。</a:t>
            </a:r>
            <a:endParaRPr lang="en-US" altLang="zh-CN" sz="1200" b="1" u="none" strike="noStrike" dirty="0">
              <a:solidFill>
                <a:schemeClr val="tx1"/>
              </a:solidFill>
              <a:effectLst/>
            </a:endParaRPr>
          </a:p>
          <a:p>
            <a:pPr algn="l" fontAlgn="ctr"/>
            <a:r>
              <a:rPr lang="en-US" altLang="zh-CN" sz="1200" b="1" u="none" strike="noStrike" dirty="0">
                <a:solidFill>
                  <a:schemeClr val="tx1"/>
                </a:solidFill>
                <a:effectLst/>
              </a:rPr>
              <a:t>2</a:t>
            </a:r>
            <a:r>
              <a:rPr lang="zh-CN" altLang="en-US" sz="1200" b="1" u="none" strike="noStrike" dirty="0">
                <a:solidFill>
                  <a:schemeClr val="tx1"/>
                </a:solidFill>
                <a:effectLst/>
              </a:rPr>
              <a:t>、</a:t>
            </a:r>
            <a:r>
              <a:rPr lang="en-US" altLang="zh-CN" sz="1200" b="1" u="none" strike="noStrike" dirty="0">
                <a:solidFill>
                  <a:schemeClr val="tx1"/>
                </a:solidFill>
                <a:effectLst/>
              </a:rPr>
              <a:t>12</a:t>
            </a:r>
            <a:r>
              <a:rPr lang="zh-CN" altLang="en-US" sz="1200" b="1" u="none" strike="noStrike" dirty="0">
                <a:solidFill>
                  <a:schemeClr val="tx1"/>
                </a:solidFill>
                <a:effectLst/>
              </a:rPr>
              <a:t>月</a:t>
            </a:r>
            <a:r>
              <a:rPr lang="en-US" altLang="zh-CN" sz="1200" b="1" u="none" strike="noStrike" dirty="0">
                <a:solidFill>
                  <a:schemeClr val="tx1"/>
                </a:solidFill>
                <a:effectLst/>
              </a:rPr>
              <a:t>26</a:t>
            </a:r>
            <a:r>
              <a:rPr lang="zh-CN" altLang="en-US" sz="1200" b="1" u="none" strike="noStrike" dirty="0">
                <a:solidFill>
                  <a:schemeClr val="tx1"/>
                </a:solidFill>
                <a:effectLst/>
              </a:rPr>
              <a:t>日机房预布线开始。</a:t>
            </a:r>
            <a:endParaRPr lang="en-US" altLang="zh-CN" sz="1200" b="1" u="none" strike="noStrike" dirty="0">
              <a:solidFill>
                <a:schemeClr val="tx1"/>
              </a:solidFill>
              <a:effectLst/>
            </a:endParaRPr>
          </a:p>
          <a:p>
            <a:pPr algn="l" fontAlgn="ctr"/>
            <a:r>
              <a:rPr lang="en-US" altLang="zh-CN" sz="1200" b="1" u="none" strike="noStrike" dirty="0">
                <a:solidFill>
                  <a:schemeClr val="tx1"/>
                </a:solidFill>
                <a:effectLst/>
              </a:rPr>
              <a:t>3</a:t>
            </a:r>
            <a:r>
              <a:rPr lang="zh-CN" altLang="en-US" sz="1200" b="1" u="none" strike="noStrike" dirty="0">
                <a:solidFill>
                  <a:schemeClr val="tx1"/>
                </a:solidFill>
                <a:effectLst/>
              </a:rPr>
              <a:t>、首批</a:t>
            </a:r>
            <a:r>
              <a:rPr lang="en-US" altLang="zh-CN" sz="1200" b="1" u="none" strike="noStrike" dirty="0">
                <a:solidFill>
                  <a:schemeClr val="tx1"/>
                </a:solidFill>
                <a:effectLst/>
              </a:rPr>
              <a:t>4 POD</a:t>
            </a:r>
            <a:r>
              <a:rPr lang="zh-CN" altLang="en-US" sz="1200" b="1" u="none" strike="noStrike" dirty="0">
                <a:solidFill>
                  <a:schemeClr val="tx1"/>
                </a:solidFill>
                <a:effectLst/>
              </a:rPr>
              <a:t>交付计划：</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10</a:t>
            </a:r>
            <a:r>
              <a:rPr lang="zh-CN" altLang="en-US" sz="1200" b="1" u="none" strike="noStrike" dirty="0">
                <a:solidFill>
                  <a:schemeClr val="tx1"/>
                </a:solidFill>
                <a:effectLst/>
              </a:rPr>
              <a:t>日设备到货静置，</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11</a:t>
            </a:r>
            <a:r>
              <a:rPr lang="zh-CN" altLang="en-US" sz="1200" b="1" u="none" strike="noStrike" dirty="0">
                <a:solidFill>
                  <a:schemeClr val="tx1"/>
                </a:solidFill>
                <a:effectLst/>
              </a:rPr>
              <a:t>日设备入列，</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15</a:t>
            </a:r>
            <a:r>
              <a:rPr lang="zh-CN" altLang="en-US" sz="1200" b="1" u="none" strike="noStrike" dirty="0">
                <a:solidFill>
                  <a:schemeClr val="tx1"/>
                </a:solidFill>
                <a:effectLst/>
              </a:rPr>
              <a:t>日硬装完成，</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20</a:t>
            </a:r>
            <a:r>
              <a:rPr lang="zh-CN" altLang="en-US" sz="1200" b="1" u="none" strike="noStrike" dirty="0">
                <a:solidFill>
                  <a:schemeClr val="tx1"/>
                </a:solidFill>
                <a:effectLst/>
              </a:rPr>
              <a:t>日布线完成，</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21</a:t>
            </a:r>
            <a:r>
              <a:rPr lang="zh-CN" altLang="en-US" sz="1200" b="1" u="none" strike="noStrike" dirty="0">
                <a:solidFill>
                  <a:schemeClr val="tx1"/>
                </a:solidFill>
                <a:effectLst/>
              </a:rPr>
              <a:t>日设备上电，</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22</a:t>
            </a:r>
            <a:r>
              <a:rPr lang="zh-CN" altLang="en-US" sz="1200" b="1" u="none" strike="noStrike" dirty="0">
                <a:solidFill>
                  <a:schemeClr val="tx1"/>
                </a:solidFill>
                <a:effectLst/>
              </a:rPr>
              <a:t>日灵渠网络部署，</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26</a:t>
            </a:r>
            <a:r>
              <a:rPr lang="zh-CN" altLang="en-US" sz="1200" b="1" u="none" strike="noStrike" dirty="0">
                <a:solidFill>
                  <a:schemeClr val="tx1"/>
                </a:solidFill>
                <a:effectLst/>
              </a:rPr>
              <a:t>日硬件压测，</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27</a:t>
            </a:r>
            <a:r>
              <a:rPr lang="zh-CN" altLang="en-US" sz="1200" b="1" u="none" strike="noStrike" dirty="0">
                <a:solidFill>
                  <a:schemeClr val="tx1"/>
                </a:solidFill>
                <a:effectLst/>
              </a:rPr>
              <a:t>日软件安装，</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29</a:t>
            </a:r>
            <a:r>
              <a:rPr lang="zh-CN" altLang="en-US" sz="1200" b="1" u="none" strike="noStrike" dirty="0">
                <a:solidFill>
                  <a:schemeClr val="tx1"/>
                </a:solidFill>
                <a:effectLst/>
              </a:rPr>
              <a:t>日单机测试，</a:t>
            </a:r>
            <a:r>
              <a:rPr lang="en-US" altLang="zh-CN" sz="1200" b="1" u="none" strike="noStrike" dirty="0">
                <a:solidFill>
                  <a:schemeClr val="tx1"/>
                </a:solidFill>
                <a:effectLst/>
              </a:rPr>
              <a:t>1</a:t>
            </a:r>
            <a:r>
              <a:rPr lang="zh-CN" altLang="en-US" sz="1200" b="1" u="none" strike="noStrike" dirty="0">
                <a:solidFill>
                  <a:schemeClr val="tx1"/>
                </a:solidFill>
                <a:effectLst/>
              </a:rPr>
              <a:t>月</a:t>
            </a:r>
            <a:r>
              <a:rPr lang="en-US" altLang="zh-CN" sz="1200" b="1" u="none" strike="noStrike" dirty="0">
                <a:solidFill>
                  <a:schemeClr val="tx1"/>
                </a:solidFill>
                <a:effectLst/>
              </a:rPr>
              <a:t>30</a:t>
            </a:r>
            <a:r>
              <a:rPr lang="zh-CN" altLang="en-US" sz="1200" b="1" u="none" strike="noStrike" dirty="0">
                <a:solidFill>
                  <a:schemeClr val="tx1"/>
                </a:solidFill>
                <a:effectLst/>
              </a:rPr>
              <a:t>日</a:t>
            </a:r>
            <a:r>
              <a:rPr lang="en-US" altLang="zh-CN" sz="1200" b="1" u="none" strike="noStrike" dirty="0">
                <a:solidFill>
                  <a:schemeClr val="tx1"/>
                </a:solidFill>
                <a:effectLst/>
              </a:rPr>
              <a:t>PRBS</a:t>
            </a:r>
            <a:r>
              <a:rPr lang="zh-CN" altLang="en-US" sz="1200" b="1" u="none" strike="noStrike" dirty="0">
                <a:solidFill>
                  <a:schemeClr val="tx1"/>
                </a:solidFill>
                <a:effectLst/>
              </a:rPr>
              <a:t>压测，</a:t>
            </a:r>
            <a:r>
              <a:rPr lang="en-US" altLang="zh-CN" sz="1200" b="1" u="none" strike="noStrike" dirty="0">
                <a:solidFill>
                  <a:schemeClr val="tx1"/>
                </a:solidFill>
                <a:effectLst/>
              </a:rPr>
              <a:t>2</a:t>
            </a:r>
            <a:r>
              <a:rPr lang="zh-CN" altLang="en-US" sz="1200" b="1" u="none" strike="noStrike" dirty="0">
                <a:solidFill>
                  <a:schemeClr val="tx1"/>
                </a:solidFill>
                <a:effectLst/>
              </a:rPr>
              <a:t>月</a:t>
            </a:r>
            <a:r>
              <a:rPr lang="en-US" altLang="zh-CN" sz="1200" b="1" u="none" strike="noStrike" dirty="0">
                <a:solidFill>
                  <a:schemeClr val="tx1"/>
                </a:solidFill>
                <a:effectLst/>
              </a:rPr>
              <a:t>2</a:t>
            </a:r>
            <a:r>
              <a:rPr lang="zh-CN" altLang="en-US" sz="1200" b="1" u="none" strike="noStrike" dirty="0">
                <a:solidFill>
                  <a:schemeClr val="tx1"/>
                </a:solidFill>
                <a:effectLst/>
              </a:rPr>
              <a:t>日集群测试，</a:t>
            </a:r>
            <a:r>
              <a:rPr lang="en-US" altLang="zh-CN" sz="1200" b="1" u="none" strike="noStrike" dirty="0">
                <a:solidFill>
                  <a:schemeClr val="tx1"/>
                </a:solidFill>
                <a:effectLst/>
              </a:rPr>
              <a:t>2</a:t>
            </a:r>
            <a:r>
              <a:rPr lang="zh-CN" altLang="en-US" sz="1200" b="1" u="none" strike="noStrike" dirty="0">
                <a:solidFill>
                  <a:schemeClr val="tx1"/>
                </a:solidFill>
                <a:effectLst/>
              </a:rPr>
              <a:t>月</a:t>
            </a:r>
            <a:r>
              <a:rPr lang="en-US" altLang="zh-CN" sz="1200" b="1" u="none" strike="noStrike" dirty="0">
                <a:solidFill>
                  <a:schemeClr val="tx1"/>
                </a:solidFill>
                <a:effectLst/>
              </a:rPr>
              <a:t>4</a:t>
            </a:r>
            <a:r>
              <a:rPr lang="zh-CN" altLang="en-US" sz="1200" b="1" u="none" strike="noStrike" dirty="0">
                <a:solidFill>
                  <a:schemeClr val="tx1"/>
                </a:solidFill>
                <a:effectLst/>
              </a:rPr>
              <a:t>日跨集群测试。</a:t>
            </a:r>
            <a:endParaRPr lang="en-US" altLang="zh-CN" sz="1200" b="1" u="none" strike="noStrike" dirty="0">
              <a:solidFill>
                <a:schemeClr val="tx1"/>
              </a:solidFill>
              <a:effectLst/>
            </a:endParaRPr>
          </a:p>
          <a:p>
            <a:pPr algn="l" fontAlgn="ctr"/>
            <a:r>
              <a:rPr lang="en-US" altLang="zh-CN" sz="1200" b="1" dirty="0">
                <a:solidFill>
                  <a:schemeClr val="tx1"/>
                </a:solidFill>
              </a:rPr>
              <a:t>4</a:t>
            </a:r>
            <a:r>
              <a:rPr lang="zh-CN" altLang="en-US" sz="1200" b="1" dirty="0">
                <a:solidFill>
                  <a:schemeClr val="tx1"/>
                </a:solidFill>
              </a:rPr>
              <a:t>、</a:t>
            </a:r>
            <a:r>
              <a:rPr lang="zh-CN" altLang="en-US" sz="1200" b="1" u="none" strike="noStrike" dirty="0">
                <a:solidFill>
                  <a:schemeClr val="tx1"/>
                </a:solidFill>
                <a:effectLst/>
              </a:rPr>
              <a:t>首批</a:t>
            </a:r>
            <a:r>
              <a:rPr lang="en-US" altLang="zh-CN" sz="1200" b="1" u="none" strike="noStrike" dirty="0">
                <a:solidFill>
                  <a:schemeClr val="tx1"/>
                </a:solidFill>
                <a:effectLst/>
              </a:rPr>
              <a:t>4 POD</a:t>
            </a:r>
            <a:r>
              <a:rPr lang="zh-CN" altLang="en-US" sz="1200" b="1" u="none" strike="noStrike" dirty="0">
                <a:solidFill>
                  <a:schemeClr val="tx1"/>
                </a:solidFill>
                <a:effectLst/>
              </a:rPr>
              <a:t>相关任务作业：</a:t>
            </a:r>
            <a:r>
              <a:rPr lang="zh-CN" altLang="en-US" sz="1200" b="1" dirty="0">
                <a:solidFill>
                  <a:schemeClr val="tx1"/>
                </a:solidFill>
              </a:rPr>
              <a:t>仿真和设计在</a:t>
            </a:r>
            <a:r>
              <a:rPr lang="en-US" altLang="zh-CN" sz="1200" b="1" dirty="0">
                <a:solidFill>
                  <a:schemeClr val="tx1"/>
                </a:solidFill>
              </a:rPr>
              <a:t>agent</a:t>
            </a:r>
            <a:r>
              <a:rPr lang="zh-CN" altLang="en-US" sz="1200" b="1" dirty="0">
                <a:solidFill>
                  <a:schemeClr val="tx1"/>
                </a:solidFill>
              </a:rPr>
              <a:t>接入之前一线已完成，作业管理可以关注后续现场实际的交付进度。比如布线、硬装以及部署调测。</a:t>
            </a:r>
            <a:endParaRPr lang="en-US" altLang="zh-CN" sz="1200" b="1" dirty="0">
              <a:solidFill>
                <a:schemeClr val="tx1"/>
              </a:solidFill>
            </a:endParaRPr>
          </a:p>
          <a:p>
            <a:pPr algn="l" fontAlgn="ctr"/>
            <a:r>
              <a:rPr lang="en-US" altLang="zh-CN" sz="1200" b="1" dirty="0">
                <a:solidFill>
                  <a:schemeClr val="tx1"/>
                </a:solidFill>
              </a:rPr>
              <a:t>5</a:t>
            </a:r>
            <a:r>
              <a:rPr lang="zh-CN" altLang="en-US" sz="1200" b="1" dirty="0">
                <a:solidFill>
                  <a:schemeClr val="tx1"/>
                </a:solidFill>
              </a:rPr>
              <a:t>、两批次</a:t>
            </a:r>
            <a:r>
              <a:rPr lang="en-US" altLang="zh-CN" sz="1200" b="1" dirty="0">
                <a:solidFill>
                  <a:schemeClr val="tx1"/>
                </a:solidFill>
              </a:rPr>
              <a:t>POD</a:t>
            </a:r>
            <a:r>
              <a:rPr lang="zh-CN" altLang="en-US" sz="1200" b="1" dirty="0">
                <a:solidFill>
                  <a:schemeClr val="tx1"/>
                </a:solidFill>
              </a:rPr>
              <a:t>，分开规划作业管理和交付计划。</a:t>
            </a:r>
            <a:endParaRPr lang="en-US" altLang="zh-CN" sz="1200" b="1" u="none" strike="noStrike" dirty="0">
              <a:solidFill>
                <a:schemeClr val="tx1"/>
              </a:solidFill>
              <a:effectLst/>
            </a:endParaRPr>
          </a:p>
          <a:p>
            <a:pPr algn="l" fontAlgn="ctr"/>
            <a:endParaRPr lang="zh-CN" altLang="en-US" sz="1200" b="1" u="none" strike="noStrike" dirty="0">
              <a:solidFill>
                <a:schemeClr val="tx1"/>
              </a:solidFill>
              <a:effectLst/>
            </a:endParaRPr>
          </a:p>
        </p:txBody>
      </p:sp>
    </p:spTree>
    <p:extLst>
      <p:ext uri="{BB962C8B-B14F-4D97-AF65-F5344CB8AC3E}">
        <p14:creationId xmlns:p14="http://schemas.microsoft.com/office/powerpoint/2010/main" val="1396020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ADCE781-6991-4815-A816-D4634ADA09AB}"/>
              </a:ext>
            </a:extLst>
          </p:cNvPr>
          <p:cNvSpPr txBox="1"/>
          <p:nvPr/>
        </p:nvSpPr>
        <p:spPr>
          <a:xfrm>
            <a:off x="246493" y="89078"/>
            <a:ext cx="11563326" cy="461438"/>
          </a:xfrm>
          <a:prstGeom prst="rect">
            <a:avLst/>
          </a:prstGeom>
          <a:noFill/>
        </p:spPr>
        <p:txBody>
          <a:bodyPr wrap="square" rtlCol="0">
            <a:spAutoFit/>
          </a:bodyPr>
          <a:lstStyle/>
          <a:p>
            <a:pPr marL="0" marR="0" lvl="0" indent="0" algn="l" defTabSz="913761" rtl="0" eaLnBrk="1" fontAlgn="auto" latinLnBrk="0" hangingPunct="1">
              <a:lnSpc>
                <a:spcPct val="100000"/>
              </a:lnSpc>
              <a:spcBef>
                <a:spcPts val="0"/>
              </a:spcBef>
              <a:spcAft>
                <a:spcPts val="0"/>
              </a:spcAft>
              <a:buClrTx/>
              <a:buSzTx/>
              <a:buFontTx/>
              <a:buNone/>
              <a:tabLst/>
              <a:defRPr/>
            </a:pPr>
            <a:r>
              <a:rPr lang="en-US" altLang="zh-CN" b="1" dirty="0">
                <a:solidFill>
                  <a:srgbClr val="C00000"/>
                </a:solidFill>
                <a:latin typeface="Arial"/>
                <a:ea typeface="微软雅黑"/>
                <a:cs typeface="Arial" panose="020B0604020202020204" pitchFamily="34" charset="0"/>
              </a:rPr>
              <a:t>4</a:t>
            </a:r>
            <a:r>
              <a:rPr kumimoji="0" lang="zh-CN" altLang="en-US" sz="2400" b="1" i="0" u="none" strike="noStrike" kern="1200" cap="none" spc="0" normalizeH="0" baseline="0" noProof="0" dirty="0">
                <a:ln>
                  <a:noFill/>
                </a:ln>
                <a:solidFill>
                  <a:srgbClr val="C00000"/>
                </a:solidFill>
                <a:effectLst/>
                <a:uLnTx/>
                <a:uFillTx/>
                <a:latin typeface="Arial"/>
                <a:ea typeface="微软雅黑"/>
                <a:cs typeface="Arial" panose="020B0604020202020204" pitchFamily="34" charset="0"/>
              </a:rPr>
              <a:t>、</a:t>
            </a:r>
            <a:r>
              <a:rPr lang="zh-CN" altLang="en-US" b="1" dirty="0">
                <a:solidFill>
                  <a:srgbClr val="C00000"/>
                </a:solidFill>
                <a:latin typeface="Arial"/>
                <a:ea typeface="微软雅黑"/>
                <a:cs typeface="Arial" panose="020B0604020202020204" pitchFamily="34" charset="0"/>
              </a:rPr>
              <a:t>组网</a:t>
            </a:r>
            <a:endPar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4554B6F1-53C3-41FF-ABF6-50409A68D2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019" y="765498"/>
            <a:ext cx="9505056" cy="5256584"/>
          </a:xfrm>
          <a:prstGeom prst="rect">
            <a:avLst/>
          </a:prstGeom>
        </p:spPr>
      </p:pic>
    </p:spTree>
    <p:extLst>
      <p:ext uri="{BB962C8B-B14F-4D97-AF65-F5344CB8AC3E}">
        <p14:creationId xmlns:p14="http://schemas.microsoft.com/office/powerpoint/2010/main" val="1923499832"/>
      </p:ext>
    </p:extLst>
  </p:cSld>
  <p:clrMapOvr>
    <a:masterClrMapping/>
  </p:clrMapOvr>
</p:sld>
</file>

<file path=ppt/theme/theme1.xml><?xml version="1.0" encoding="utf-8"?>
<a:theme xmlns:a="http://schemas.openxmlformats.org/drawingml/2006/main" name="封面0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16比9浅色 - CH.pptx" id="{3D04371C-1BE5-4CFE-BB34-5F60C1B596F8}" vid="{D25EDA31-7B2C-4094-971B-4E5AA49C901B}"/>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16比9浅色 - CH.pptx" id="{3D04371C-1BE5-4CFE-BB34-5F60C1B596F8}" vid="{01B87725-EA18-4333-BBA3-6918DC2C6E16}"/>
    </a:ext>
  </a:extLst>
</a:theme>
</file>

<file path=ppt/theme/theme3.xml><?xml version="1.0" encoding="utf-8"?>
<a:theme xmlns:a="http://schemas.openxmlformats.org/drawingml/2006/main" name="1_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16比9浅色 - CH.pptx" id="{3D04371C-1BE5-4CFE-BB34-5F60C1B596F8}" vid="{DE426D77-79F8-4FF5-B274-375099F91D21}"/>
    </a:ext>
  </a:extLst>
</a:theme>
</file>

<file path=ppt/theme/theme4.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5.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6.xml><?xml version="1.0" encoding="utf-8"?>
<a:theme xmlns:a="http://schemas.openxmlformats.org/drawingml/2006/main" name="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7.xml><?xml version="1.0" encoding="utf-8"?>
<a:theme xmlns:a="http://schemas.openxmlformats.org/drawingml/2006/main" name="47_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tx1"/>
          </a:solidFill>
        </a:ln>
      </a:spPr>
      <a:bodyPr wrap="square" rtlCol="0" anchor="ctr">
        <a:noAutofit/>
      </a:bodyPr>
      <a:lstStyle>
        <a:defPPr algn="ctr">
          <a:defRPr b="1" dirty="0" smtClean="0">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3" id="{A02F971B-FC60-4245-A734-606DBE2F4BCF}" vid="{8398026A-4064-4481-8AAC-A167BA12A8C9}"/>
    </a:ext>
  </a:extLst>
</a:theme>
</file>

<file path=ppt/theme/theme8.xml><?xml version="1.0" encoding="utf-8"?>
<a:theme xmlns:a="http://schemas.openxmlformats.org/drawingml/2006/main" name="48_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tx1"/>
          </a:solidFill>
        </a:ln>
      </a:spPr>
      <a:bodyPr wrap="square" rtlCol="0" anchor="ctr">
        <a:noAutofit/>
      </a:bodyPr>
      <a:lstStyle>
        <a:defPPr algn="ctr">
          <a:defRPr b="1" dirty="0" smtClean="0">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3" id="{A02F971B-FC60-4245-A734-606DBE2F4BCF}" vid="{8398026A-4064-4481-8AAC-A167BA12A8C9}"/>
    </a:ext>
  </a:extLst>
</a:theme>
</file>

<file path=ppt/theme/theme9.xml><?xml version="1.0" encoding="utf-8"?>
<a:theme xmlns:a="http://schemas.openxmlformats.org/drawingml/2006/main" name="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10.xml><?xml version="1.0" encoding="utf-8"?>
<a:theme xmlns:a="http://schemas.openxmlformats.org/drawingml/2006/main" name="6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11.xml><?xml version="1.0" encoding="utf-8"?>
<a:theme xmlns:a="http://schemas.openxmlformats.org/drawingml/2006/main" name="50_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tx1"/>
          </a:solidFill>
        </a:ln>
      </a:spPr>
      <a:bodyPr wrap="square" rtlCol="0" anchor="ctr">
        <a:noAutofit/>
      </a:bodyPr>
      <a:lstStyle>
        <a:defPPr algn="ctr">
          <a:defRPr b="1" dirty="0" smtClean="0">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3" id="{A02F971B-FC60-4245-A734-606DBE2F4BCF}" vid="{8398026A-4064-4481-8AAC-A167BA12A8C9}"/>
    </a:ext>
  </a:extLst>
</a:theme>
</file>

<file path=ppt/theme/theme12.xml><?xml version="1.0" encoding="utf-8"?>
<a:theme xmlns:a="http://schemas.openxmlformats.org/drawingml/2006/main" name="7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13.xml><?xml version="1.0" encoding="utf-8"?>
<a:theme xmlns:a="http://schemas.openxmlformats.org/drawingml/2006/main" name="8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14.xml><?xml version="1.0" encoding="utf-8"?>
<a:theme xmlns:a="http://schemas.openxmlformats.org/drawingml/2006/main" name="9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9E3EAF68-ABE1-42CC-9EED-BC9EE9E8453C}"/>
    </a:ext>
  </a:extLst>
</a:theme>
</file>

<file path=ppt/theme/theme15.xml><?xml version="1.0" encoding="utf-8"?>
<a:theme xmlns:a="http://schemas.openxmlformats.org/drawingml/2006/main" name="4_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演示文稿1" id="{358AC06C-4CE3-4A3F-B594-9738C68624A0}" vid="{002891D3-441F-4843-9EAC-D44E0F2301F5}"/>
    </a:ext>
  </a:extLst>
</a:theme>
</file>

<file path=ppt/theme/theme16.xml><?xml version="1.0" encoding="utf-8"?>
<a:theme xmlns:a="http://schemas.openxmlformats.org/drawingml/2006/main" name="49_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tx1"/>
          </a:solidFill>
        </a:ln>
      </a:spPr>
      <a:bodyPr wrap="square" rtlCol="0" anchor="ctr">
        <a:noAutofit/>
      </a:bodyPr>
      <a:lstStyle>
        <a:defPPr algn="ctr">
          <a:defRPr b="1" dirty="0" smtClean="0">
            <a:latin typeface="微软雅黑" pitchFamily="34" charset="-122"/>
            <a:ea typeface="微软雅黑" pitchFamily="34"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演示文稿3" id="{A02F971B-FC60-4245-A734-606DBE2F4BCF}" vid="{8398026A-4064-4481-8AAC-A167BA12A8C9}"/>
    </a:ext>
  </a:extLst>
</a:theme>
</file>

<file path=ppt/theme/theme17.xml><?xml version="1.0" encoding="utf-8"?>
<a:theme xmlns:a="http://schemas.openxmlformats.org/drawingml/2006/main" name="6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中文PPT.pptx" id="{1C71D6CF-F071-4AF9-8DF6-0658F0D86F7E}" vid="{BD4CECE1-ED87-4841-A49B-787062BC1E0D}"/>
    </a:ext>
  </a:extLst>
</a:theme>
</file>

<file path=ppt/theme/theme18.xml><?xml version="1.0" encoding="utf-8"?>
<a:theme xmlns:a="http://schemas.openxmlformats.org/drawingml/2006/main" name="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19.xml><?xml version="1.0" encoding="utf-8"?>
<a:theme xmlns:a="http://schemas.openxmlformats.org/drawingml/2006/main" name="10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5_章节页">
  <a:themeElements>
    <a:clrScheme name="自定义 1">
      <a:dk1>
        <a:sysClr val="windowText" lastClr="000000"/>
      </a:dk1>
      <a:lt1>
        <a:sysClr val="window" lastClr="FFFFFF"/>
      </a:lt1>
      <a:dk2>
        <a:srgbClr val="44546A"/>
      </a:dk2>
      <a:lt2>
        <a:srgbClr val="E7E6E6"/>
      </a:lt2>
      <a:accent1>
        <a:srgbClr val="C00000"/>
      </a:accent1>
      <a:accent2>
        <a:srgbClr val="4472C4"/>
      </a:accent2>
      <a:accent3>
        <a:srgbClr val="A5A5A5"/>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21.xml><?xml version="1.0" encoding="utf-8"?>
<a:theme xmlns:a="http://schemas.openxmlformats.org/drawingml/2006/main" name="1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2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62509</TotalTime>
  <Words>991</Words>
  <Application>Microsoft Office PowerPoint</Application>
  <PresentationFormat>自定义</PresentationFormat>
  <Paragraphs>128</Paragraphs>
  <Slides>6</Slides>
  <Notes>2</Notes>
  <HiddenSlides>0</HiddenSlides>
  <MMClips>0</MMClips>
  <ScaleCrop>false</ScaleCrop>
  <HeadingPairs>
    <vt:vector size="8" baseType="variant">
      <vt:variant>
        <vt:lpstr>已用的字体</vt:lpstr>
      </vt:variant>
      <vt:variant>
        <vt:i4>16</vt:i4>
      </vt:variant>
      <vt:variant>
        <vt:lpstr>主题</vt:lpstr>
      </vt:variant>
      <vt:variant>
        <vt:i4>21</vt:i4>
      </vt:variant>
      <vt:variant>
        <vt:lpstr>嵌入 OLE 服务器</vt:lpstr>
      </vt:variant>
      <vt:variant>
        <vt:i4>1</vt:i4>
      </vt:variant>
      <vt:variant>
        <vt:lpstr>幻灯片标题</vt:lpstr>
      </vt:variant>
      <vt:variant>
        <vt:i4>6</vt:i4>
      </vt:variant>
    </vt:vector>
  </HeadingPairs>
  <TitlesOfParts>
    <vt:vector size="44" baseType="lpstr">
      <vt:lpstr>FrutigerNext LT Bold</vt:lpstr>
      <vt:lpstr>FrutigerNext LT Medium</vt:lpstr>
      <vt:lpstr>等线</vt:lpstr>
      <vt:lpstr>等线 Light</vt:lpstr>
      <vt:lpstr>黑体</vt:lpstr>
      <vt:lpstr>华文细黑</vt:lpstr>
      <vt:lpstr>宋体</vt:lpstr>
      <vt:lpstr>微软雅黑</vt:lpstr>
      <vt:lpstr>微软雅黑</vt:lpstr>
      <vt:lpstr>Arial</vt:lpstr>
      <vt:lpstr>Calibri</vt:lpstr>
      <vt:lpstr>Calibri Light</vt:lpstr>
      <vt:lpstr>Century Gothic</vt:lpstr>
      <vt:lpstr>Courier New</vt:lpstr>
      <vt:lpstr>Times New Roman</vt:lpstr>
      <vt:lpstr>Wingdings</vt:lpstr>
      <vt:lpstr>封面01</vt:lpstr>
      <vt:lpstr>自定义设计方案</vt:lpstr>
      <vt:lpstr>1_Thank you</vt:lpstr>
      <vt:lpstr>章节页</vt:lpstr>
      <vt:lpstr>1_章节页</vt:lpstr>
      <vt:lpstr>2_章节页</vt:lpstr>
      <vt:lpstr>47_主题1</vt:lpstr>
      <vt:lpstr>48_主题1</vt:lpstr>
      <vt:lpstr>3_章节页</vt:lpstr>
      <vt:lpstr>6_章节页</vt:lpstr>
      <vt:lpstr>50_主题1</vt:lpstr>
      <vt:lpstr>7_章节页</vt:lpstr>
      <vt:lpstr>8_章节页</vt:lpstr>
      <vt:lpstr>9_章节页</vt:lpstr>
      <vt:lpstr>4_目录页</vt:lpstr>
      <vt:lpstr>49_主题1</vt:lpstr>
      <vt:lpstr>6_Chart page</vt:lpstr>
      <vt:lpstr>4_章节页</vt:lpstr>
      <vt:lpstr>10_章节页</vt:lpstr>
      <vt:lpstr>5_章节页</vt:lpstr>
      <vt:lpstr>11_章节页</vt:lpstr>
      <vt:lpstr>Binary Worksheet</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Zhouchuan (Luc)</dc:creator>
  <cp:lastModifiedBy>Wangwei (victor)</cp:lastModifiedBy>
  <cp:revision>811</cp:revision>
  <dcterms:created xsi:type="dcterms:W3CDTF">2014-09-24T01:01:53Z</dcterms:created>
  <dcterms:modified xsi:type="dcterms:W3CDTF">2026-05-30T07:05:06Z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(4)pP0Q0LvqYxR9QUBn3n+6N2WQTuH8NZfFN9R/NGJlnGeFRbzGJe/kXIs7kCY339nONryp0J9n
MziAOEARdMXO53ZPpV/sgZdqwfd6WkmxKpfwPUdcg9rGpQ/1z2GO+fL+PYX/NLZ+KeaGsKOi
w9jEUTYIbTAHgR2r/D5mK7wCZdYJTF3AGlWKGOgmgPxYsalExmkEjsLuLc1zxSc3Qb7Pf5OG
Wu//LA/KcF3Qo170/h</vt:lpwstr>
  </property>
  <property fmtid="{D5CDD505-2E9C-101B-9397-08002B2CF9AE}" pid="3" name="_new_ms_pID_725431">
    <vt:lpwstr>F+lLhfiRdIUG+iLYBqms2iVXbN5ZOf1j+pRH5IvIVWGvhV0pNMWubS
x9O7ukNiYht/Y8YnlBhACHUWXIeeOM0LrgaIkteYH2532kzW2917e7fq7zT+NFnSDnOozG6H
qoxu3eGwG9G7FNWYe9TFokfOOYf2MCJK9qRmBkv5ug0DERyJM+DZx6Wn1bdLLOG6VeFZZT78
D3p1yG+fxs8SKoCJPGzu7gwtFtI8JDFMGHnl</vt:lpwstr>
  </property>
  <property fmtid="{D5CDD505-2E9C-101B-9397-08002B2CF9AE}" pid="4" name="_new_ms_pID_725432">
    <vt:lpwstr>U6+S44+gW0kWQyOzY+80nD83LlZUYXbxPxUF
0keNmyxvk+/rzBUkI+8Uv279UgQ6pBoFGJ49zijKomPRIDTWDAeL8Yz+C68tu0aAtJjAa8Vf
XUhYVk3NkjbGNZ5f3dftO5XdptC9LgPLfX3bi2ivsqErK7zbXr8jpWUdiLFH0YOPc2VCQbLd
R7jh7Fw9KunaJ43+COSi0vPU0RIr9OJHNdwhAFLDahm3TCtSbWV9FD</vt:lpwstr>
  </property>
  <property fmtid="{D5CDD505-2E9C-101B-9397-08002B2CF9AE}" pid="5" name="_new_ms_pID_725433">
    <vt:lpwstr>3K35HxI7JFA5hkFiCZ
JnBvZw==</vt:lpwstr>
  </property>
  <property fmtid="{D5CDD505-2E9C-101B-9397-08002B2CF9AE}" pid="6" name="_2015_ms_pID_725343">
    <vt:lpwstr>(3)u4i9PGyUIQYfoTmqWnlcfzky7uyF6F/QMCGL3KP9KtA0N4tNQ8lfyr9L1sBhJcU9MLHG+hjv
xK6fLfS1oFQQfTZC0dYYGoPpPI0KOqDjvKIiMzyNnLYUR/ot6YNKeWUkyQnNQWircnJyw0MX
sawFzTDXNZBuiEOFMlcBjgwXzlux7+X2lhqQvk370B1SOWL3vZoRigGHg3DvqZTjJ3owell9
96fJVngObbohs/ZSlY</vt:lpwstr>
  </property>
  <property fmtid="{D5CDD505-2E9C-101B-9397-08002B2CF9AE}" pid="7" name="_2015_ms_pID_7253431">
    <vt:lpwstr>PgyJ1nqsGtrvm03M76H12nldcdO8ULkFJRNggCYUhvRJCPxMsChwkI
w/grm+sEI71karS5eiDGPpElbZS4Ko02tJavaVg9gs4ik39YxH9hLHeuIAmxfs9liGvKerY8
HeVkopm91f6m2Ve7uHqxxi30pHDPTkR8jMMO2GIqOltUJvwBKgSUx9du/9Bb0Sd/qcEjneU/
hrODwP2zPL3gwzQOFv9TxSG/WtPM8EvutcuO</vt:lpwstr>
  </property>
  <property fmtid="{D5CDD505-2E9C-101B-9397-08002B2CF9AE}" pid="8" name="_2015_ms_pID_7253432">
    <vt:lpwstr>db4AAORGB/v1mkLRKaHPWxFFAtYfUiM0NZC9
qTC7ZhKZ3eKxEl8G9UGjoMJyaTKpeg==</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1723597805</vt:lpwstr>
  </property>
</Properties>
</file>